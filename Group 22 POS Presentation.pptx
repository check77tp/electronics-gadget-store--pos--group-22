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</p:sldMasterIdLst>
  <p:sldIdLst>
    <p:sldId id="259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2" r:id="rId15"/>
    <p:sldId id="273" r:id="rId16"/>
    <p:sldId id="274" r:id="rId17"/>
    <p:sldId id="275" r:id="rId18"/>
    <p:sldId id="276" r:id="rId19"/>
    <p:sldId id="280" r:id="rId20"/>
    <p:sldId id="277" r:id="rId21"/>
    <p:sldId id="278" r:id="rId22"/>
    <p:sldId id="279" r:id="rId23"/>
    <p:sldId id="281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8" autoAdjust="0"/>
    <p:restoredTop sz="94660"/>
  </p:normalViewPr>
  <p:slideViewPr>
    <p:cSldViewPr snapToGrid="0">
      <p:cViewPr varScale="1">
        <p:scale>
          <a:sx n="78" d="100"/>
          <a:sy n="78" d="100"/>
        </p:scale>
        <p:origin x="64" y="4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A20905-3954-474B-A606-562BCA026DC1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C13AB6D-DEA2-4CBB-AC69-1EF1A6AD1512}">
      <dgm:prSet/>
      <dgm:spPr/>
      <dgm:t>
        <a:bodyPr/>
        <a:lstStyle/>
        <a:p>
          <a:pPr>
            <a:defRPr cap="all"/>
          </a:pPr>
          <a:r>
            <a:rPr lang="en-US" dirty="0"/>
            <a:t>PROBLEM STATEMENT</a:t>
          </a:r>
        </a:p>
      </dgm:t>
    </dgm:pt>
    <dgm:pt modelId="{2C752582-D9FF-4E04-A92F-827DB4BB5C48}" type="parTrans" cxnId="{4B888393-351D-4489-90C9-5A68061AB236}">
      <dgm:prSet/>
      <dgm:spPr/>
      <dgm:t>
        <a:bodyPr/>
        <a:lstStyle/>
        <a:p>
          <a:endParaRPr lang="en-US"/>
        </a:p>
      </dgm:t>
    </dgm:pt>
    <dgm:pt modelId="{9C64CC83-643C-4E12-8F97-BC19DC031190}" type="sibTrans" cxnId="{4B888393-351D-4489-90C9-5A68061AB236}">
      <dgm:prSet phldrT="01" phldr="0"/>
      <dgm:spPr/>
      <dgm:t>
        <a:bodyPr/>
        <a:lstStyle/>
        <a:p>
          <a:r>
            <a:rPr lang="en-US"/>
            <a:t>01</a:t>
          </a:r>
          <a:endParaRPr lang="en-US" dirty="0"/>
        </a:p>
      </dgm:t>
    </dgm:pt>
    <dgm:pt modelId="{53742231-981F-480A-940F-203EC2F7423F}">
      <dgm:prSet/>
      <dgm:spPr/>
      <dgm:t>
        <a:bodyPr/>
        <a:lstStyle/>
        <a:p>
          <a:pPr>
            <a:defRPr cap="all"/>
          </a:pPr>
          <a:r>
            <a:rPr lang="en-US" dirty="0"/>
            <a:t>PROPORSED SOLUTION</a:t>
          </a:r>
        </a:p>
      </dgm:t>
    </dgm:pt>
    <dgm:pt modelId="{2FC75195-FBA1-43DE-85DD-40B4B3A2F1F3}" type="parTrans" cxnId="{F226B1C2-5D99-403A-8240-EAD6BD4D8534}">
      <dgm:prSet/>
      <dgm:spPr/>
      <dgm:t>
        <a:bodyPr/>
        <a:lstStyle/>
        <a:p>
          <a:endParaRPr lang="en-US"/>
        </a:p>
      </dgm:t>
    </dgm:pt>
    <dgm:pt modelId="{EF449C32-A7AE-4099-9E9B-9E2F736A89CE}" type="sibTrans" cxnId="{F226B1C2-5D99-403A-8240-EAD6BD4D8534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9EF41CC5-EF3B-4A6D-8229-3F1333EADFB3}">
      <dgm:prSet/>
      <dgm:spPr/>
      <dgm:t>
        <a:bodyPr/>
        <a:lstStyle/>
        <a:p>
          <a:pPr>
            <a:defRPr cap="all"/>
          </a:pPr>
          <a:r>
            <a:rPr lang="en-US" dirty="0"/>
            <a:t>EXPECTED BENEFITS</a:t>
          </a:r>
        </a:p>
      </dgm:t>
    </dgm:pt>
    <dgm:pt modelId="{DAEF1C7D-B0C5-46FA-BED3-8A54E918D3E0}" type="parTrans" cxnId="{E476EEBC-7C9F-4E07-BD58-1044B9769B64}">
      <dgm:prSet/>
      <dgm:spPr/>
      <dgm:t>
        <a:bodyPr/>
        <a:lstStyle/>
        <a:p>
          <a:endParaRPr lang="en-US"/>
        </a:p>
      </dgm:t>
    </dgm:pt>
    <dgm:pt modelId="{98E6DD7C-B953-4119-9F64-9914E467ECBF}" type="sibTrans" cxnId="{E476EEBC-7C9F-4E07-BD58-1044B9769B64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2B0F48C5-00F4-45D4-80D9-B3B8A5C4D228}">
      <dgm:prSet/>
      <dgm:spPr/>
      <dgm:t>
        <a:bodyPr/>
        <a:lstStyle/>
        <a:p>
          <a:pPr>
            <a:defRPr cap="all"/>
          </a:pPr>
          <a:r>
            <a:rPr lang="en-US"/>
            <a:t>BUSINESS VALUE</a:t>
          </a:r>
          <a:endParaRPr lang="en-US" dirty="0"/>
        </a:p>
      </dgm:t>
    </dgm:pt>
    <dgm:pt modelId="{80C8BC25-9C83-4249-880E-6DEF3447D157}" type="parTrans" cxnId="{81AE9818-56E8-40DE-BEB9-AD0FF369980F}">
      <dgm:prSet/>
      <dgm:spPr/>
      <dgm:t>
        <a:bodyPr/>
        <a:lstStyle/>
        <a:p>
          <a:endParaRPr lang="en-US"/>
        </a:p>
      </dgm:t>
    </dgm:pt>
    <dgm:pt modelId="{146D5024-06E6-4192-980E-6042E0C78374}" type="sibTrans" cxnId="{81AE9818-56E8-40DE-BEB9-AD0FF369980F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978BAA5F-1FA8-4CB7-9D53-5640F72DF844}">
      <dgm:prSet/>
      <dgm:spPr/>
      <dgm:t>
        <a:bodyPr/>
        <a:lstStyle/>
        <a:p>
          <a:pPr>
            <a:defRPr cap="all"/>
          </a:pPr>
          <a:r>
            <a:rPr lang="en-US"/>
            <a:t>COST CONSIDERATIONS</a:t>
          </a:r>
          <a:endParaRPr lang="en-US" dirty="0"/>
        </a:p>
      </dgm:t>
    </dgm:pt>
    <dgm:pt modelId="{DD420EFF-3B81-4E50-A6C6-29D6313FA40A}" type="parTrans" cxnId="{BC58B224-FA4D-407E-94CD-F62A5A5AAD90}">
      <dgm:prSet/>
      <dgm:spPr/>
      <dgm:t>
        <a:bodyPr/>
        <a:lstStyle/>
        <a:p>
          <a:endParaRPr lang="en-US"/>
        </a:p>
      </dgm:t>
    </dgm:pt>
    <dgm:pt modelId="{4423C46B-740D-4D1D-A6C4-43F44932FAF6}" type="sibTrans" cxnId="{BC58B224-FA4D-407E-94CD-F62A5A5AAD90}">
      <dgm:prSet phldrT="05" phldr="0"/>
      <dgm:spPr/>
      <dgm:t>
        <a:bodyPr/>
        <a:lstStyle/>
        <a:p>
          <a:r>
            <a:rPr lang="en-US"/>
            <a:t>05</a:t>
          </a:r>
        </a:p>
      </dgm:t>
    </dgm:pt>
    <dgm:pt modelId="{579698BD-D232-4926-8D7B-29A69B90858B}" type="pres">
      <dgm:prSet presAssocID="{8AA20905-3954-474B-A606-562BCA026DC1}" presName="Name0" presStyleCnt="0">
        <dgm:presLayoutVars>
          <dgm:animLvl val="lvl"/>
          <dgm:resizeHandles val="exact"/>
        </dgm:presLayoutVars>
      </dgm:prSet>
      <dgm:spPr/>
    </dgm:pt>
    <dgm:pt modelId="{3DD5B223-886E-4FC7-BDA1-ECA869A474EC}" type="pres">
      <dgm:prSet presAssocID="{DC13AB6D-DEA2-4CBB-AC69-1EF1A6AD1512}" presName="compositeNode" presStyleCnt="0">
        <dgm:presLayoutVars>
          <dgm:bulletEnabled val="1"/>
        </dgm:presLayoutVars>
      </dgm:prSet>
      <dgm:spPr/>
    </dgm:pt>
    <dgm:pt modelId="{DA3A6BD4-857F-4C66-97FA-B1E1C180A950}" type="pres">
      <dgm:prSet presAssocID="{DC13AB6D-DEA2-4CBB-AC69-1EF1A6AD1512}" presName="bgRect" presStyleLbl="alignNode1" presStyleIdx="0" presStyleCnt="5"/>
      <dgm:spPr/>
    </dgm:pt>
    <dgm:pt modelId="{BBA91679-4684-4A04-8AEB-03038C78A75C}" type="pres">
      <dgm:prSet presAssocID="{9C64CC83-643C-4E12-8F97-BC19DC031190}" presName="sibTransNodeRect" presStyleLbl="alignNode1" presStyleIdx="0" presStyleCnt="5">
        <dgm:presLayoutVars>
          <dgm:chMax val="0"/>
          <dgm:bulletEnabled val="1"/>
        </dgm:presLayoutVars>
      </dgm:prSet>
      <dgm:spPr/>
    </dgm:pt>
    <dgm:pt modelId="{5F398AEE-BC0F-4F30-99FA-92D67A176C2D}" type="pres">
      <dgm:prSet presAssocID="{DC13AB6D-DEA2-4CBB-AC69-1EF1A6AD1512}" presName="nodeRect" presStyleLbl="alignNode1" presStyleIdx="0" presStyleCnt="5">
        <dgm:presLayoutVars>
          <dgm:bulletEnabled val="1"/>
        </dgm:presLayoutVars>
      </dgm:prSet>
      <dgm:spPr/>
    </dgm:pt>
    <dgm:pt modelId="{3C27A223-AC17-40BD-B7C5-0447661C2934}" type="pres">
      <dgm:prSet presAssocID="{9C64CC83-643C-4E12-8F97-BC19DC031190}" presName="sibTrans" presStyleCnt="0"/>
      <dgm:spPr/>
    </dgm:pt>
    <dgm:pt modelId="{0864151C-845B-4A50-9755-7EE613694D81}" type="pres">
      <dgm:prSet presAssocID="{53742231-981F-480A-940F-203EC2F7423F}" presName="compositeNode" presStyleCnt="0">
        <dgm:presLayoutVars>
          <dgm:bulletEnabled val="1"/>
        </dgm:presLayoutVars>
      </dgm:prSet>
      <dgm:spPr/>
    </dgm:pt>
    <dgm:pt modelId="{00AE7F27-0E5D-4AFB-ACD6-B5A19E79EA42}" type="pres">
      <dgm:prSet presAssocID="{53742231-981F-480A-940F-203EC2F7423F}" presName="bgRect" presStyleLbl="alignNode1" presStyleIdx="1" presStyleCnt="5"/>
      <dgm:spPr/>
    </dgm:pt>
    <dgm:pt modelId="{975C752B-C37A-4BA6-A3AE-2202A141404A}" type="pres">
      <dgm:prSet presAssocID="{EF449C32-A7AE-4099-9E9B-9E2F736A89CE}" presName="sibTransNodeRect" presStyleLbl="alignNode1" presStyleIdx="1" presStyleCnt="5">
        <dgm:presLayoutVars>
          <dgm:chMax val="0"/>
          <dgm:bulletEnabled val="1"/>
        </dgm:presLayoutVars>
      </dgm:prSet>
      <dgm:spPr/>
    </dgm:pt>
    <dgm:pt modelId="{C5BDCA19-B754-421E-A6CC-628F80FC74CB}" type="pres">
      <dgm:prSet presAssocID="{53742231-981F-480A-940F-203EC2F7423F}" presName="nodeRect" presStyleLbl="alignNode1" presStyleIdx="1" presStyleCnt="5">
        <dgm:presLayoutVars>
          <dgm:bulletEnabled val="1"/>
        </dgm:presLayoutVars>
      </dgm:prSet>
      <dgm:spPr/>
    </dgm:pt>
    <dgm:pt modelId="{3E36C1DA-E751-469B-91D5-B7ADF3790DAB}" type="pres">
      <dgm:prSet presAssocID="{EF449C32-A7AE-4099-9E9B-9E2F736A89CE}" presName="sibTrans" presStyleCnt="0"/>
      <dgm:spPr/>
    </dgm:pt>
    <dgm:pt modelId="{19974A3A-09A4-40DE-BB0F-D9AED1ACB06E}" type="pres">
      <dgm:prSet presAssocID="{9EF41CC5-EF3B-4A6D-8229-3F1333EADFB3}" presName="compositeNode" presStyleCnt="0">
        <dgm:presLayoutVars>
          <dgm:bulletEnabled val="1"/>
        </dgm:presLayoutVars>
      </dgm:prSet>
      <dgm:spPr/>
    </dgm:pt>
    <dgm:pt modelId="{CAD62F17-E99D-4FEF-B376-961CA4CB20EB}" type="pres">
      <dgm:prSet presAssocID="{9EF41CC5-EF3B-4A6D-8229-3F1333EADFB3}" presName="bgRect" presStyleLbl="alignNode1" presStyleIdx="2" presStyleCnt="5"/>
      <dgm:spPr/>
    </dgm:pt>
    <dgm:pt modelId="{E20811D6-E5D4-4C9E-AABF-9E0E1902CA2C}" type="pres">
      <dgm:prSet presAssocID="{98E6DD7C-B953-4119-9F64-9914E467ECBF}" presName="sibTransNodeRect" presStyleLbl="alignNode1" presStyleIdx="2" presStyleCnt="5">
        <dgm:presLayoutVars>
          <dgm:chMax val="0"/>
          <dgm:bulletEnabled val="1"/>
        </dgm:presLayoutVars>
      </dgm:prSet>
      <dgm:spPr/>
    </dgm:pt>
    <dgm:pt modelId="{67D48337-9200-42EF-A956-8FC92E9B78D2}" type="pres">
      <dgm:prSet presAssocID="{9EF41CC5-EF3B-4A6D-8229-3F1333EADFB3}" presName="nodeRect" presStyleLbl="alignNode1" presStyleIdx="2" presStyleCnt="5">
        <dgm:presLayoutVars>
          <dgm:bulletEnabled val="1"/>
        </dgm:presLayoutVars>
      </dgm:prSet>
      <dgm:spPr/>
    </dgm:pt>
    <dgm:pt modelId="{10CE59AB-2441-424F-A5A0-AF168C62FB41}" type="pres">
      <dgm:prSet presAssocID="{98E6DD7C-B953-4119-9F64-9914E467ECBF}" presName="sibTrans" presStyleCnt="0"/>
      <dgm:spPr/>
    </dgm:pt>
    <dgm:pt modelId="{BC935B62-C003-4C49-A05C-9071509050F3}" type="pres">
      <dgm:prSet presAssocID="{2B0F48C5-00F4-45D4-80D9-B3B8A5C4D228}" presName="compositeNode" presStyleCnt="0">
        <dgm:presLayoutVars>
          <dgm:bulletEnabled val="1"/>
        </dgm:presLayoutVars>
      </dgm:prSet>
      <dgm:spPr/>
    </dgm:pt>
    <dgm:pt modelId="{1A8231B4-5618-4C71-A545-CCD5D816D541}" type="pres">
      <dgm:prSet presAssocID="{2B0F48C5-00F4-45D4-80D9-B3B8A5C4D228}" presName="bgRect" presStyleLbl="alignNode1" presStyleIdx="3" presStyleCnt="5"/>
      <dgm:spPr/>
    </dgm:pt>
    <dgm:pt modelId="{1FA1E9F8-F7F5-4301-A220-BAC00E2DC578}" type="pres">
      <dgm:prSet presAssocID="{146D5024-06E6-4192-980E-6042E0C78374}" presName="sibTransNodeRect" presStyleLbl="alignNode1" presStyleIdx="3" presStyleCnt="5">
        <dgm:presLayoutVars>
          <dgm:chMax val="0"/>
          <dgm:bulletEnabled val="1"/>
        </dgm:presLayoutVars>
      </dgm:prSet>
      <dgm:spPr/>
    </dgm:pt>
    <dgm:pt modelId="{A86E24EC-98FB-4D5A-AAFA-ED935F091E09}" type="pres">
      <dgm:prSet presAssocID="{2B0F48C5-00F4-45D4-80D9-B3B8A5C4D228}" presName="nodeRect" presStyleLbl="alignNode1" presStyleIdx="3" presStyleCnt="5">
        <dgm:presLayoutVars>
          <dgm:bulletEnabled val="1"/>
        </dgm:presLayoutVars>
      </dgm:prSet>
      <dgm:spPr/>
    </dgm:pt>
    <dgm:pt modelId="{A2B811E1-BE86-41C8-9A82-3BEDFE11AF1C}" type="pres">
      <dgm:prSet presAssocID="{146D5024-06E6-4192-980E-6042E0C78374}" presName="sibTrans" presStyleCnt="0"/>
      <dgm:spPr/>
    </dgm:pt>
    <dgm:pt modelId="{52EAB93B-A6BC-49C7-A15D-C9726866E6B5}" type="pres">
      <dgm:prSet presAssocID="{978BAA5F-1FA8-4CB7-9D53-5640F72DF844}" presName="compositeNode" presStyleCnt="0">
        <dgm:presLayoutVars>
          <dgm:bulletEnabled val="1"/>
        </dgm:presLayoutVars>
      </dgm:prSet>
      <dgm:spPr/>
    </dgm:pt>
    <dgm:pt modelId="{F45CA84F-07A9-454F-A380-87316291D246}" type="pres">
      <dgm:prSet presAssocID="{978BAA5F-1FA8-4CB7-9D53-5640F72DF844}" presName="bgRect" presStyleLbl="alignNode1" presStyleIdx="4" presStyleCnt="5"/>
      <dgm:spPr/>
    </dgm:pt>
    <dgm:pt modelId="{5A0CACB4-7360-4073-9133-7B610854F169}" type="pres">
      <dgm:prSet presAssocID="{4423C46B-740D-4D1D-A6C4-43F44932FAF6}" presName="sibTransNodeRect" presStyleLbl="alignNode1" presStyleIdx="4" presStyleCnt="5">
        <dgm:presLayoutVars>
          <dgm:chMax val="0"/>
          <dgm:bulletEnabled val="1"/>
        </dgm:presLayoutVars>
      </dgm:prSet>
      <dgm:spPr/>
    </dgm:pt>
    <dgm:pt modelId="{39AC6F0C-9F77-4350-9A94-5512D7BB84AC}" type="pres">
      <dgm:prSet presAssocID="{978BAA5F-1FA8-4CB7-9D53-5640F72DF844}" presName="nodeRect" presStyleLbl="alignNode1" presStyleIdx="4" presStyleCnt="5">
        <dgm:presLayoutVars>
          <dgm:bulletEnabled val="1"/>
        </dgm:presLayoutVars>
      </dgm:prSet>
      <dgm:spPr/>
    </dgm:pt>
  </dgm:ptLst>
  <dgm:cxnLst>
    <dgm:cxn modelId="{81AE9818-56E8-40DE-BEB9-AD0FF369980F}" srcId="{8AA20905-3954-474B-A606-562BCA026DC1}" destId="{2B0F48C5-00F4-45D4-80D9-B3B8A5C4D228}" srcOrd="3" destOrd="0" parTransId="{80C8BC25-9C83-4249-880E-6DEF3447D157}" sibTransId="{146D5024-06E6-4192-980E-6042E0C78374}"/>
    <dgm:cxn modelId="{BC58B224-FA4D-407E-94CD-F62A5A5AAD90}" srcId="{8AA20905-3954-474B-A606-562BCA026DC1}" destId="{978BAA5F-1FA8-4CB7-9D53-5640F72DF844}" srcOrd="4" destOrd="0" parTransId="{DD420EFF-3B81-4E50-A6C6-29D6313FA40A}" sibTransId="{4423C46B-740D-4D1D-A6C4-43F44932FAF6}"/>
    <dgm:cxn modelId="{43B61840-F115-4174-96B9-DA0C0E83489E}" type="presOf" srcId="{9EF41CC5-EF3B-4A6D-8229-3F1333EADFB3}" destId="{CAD62F17-E99D-4FEF-B376-961CA4CB20EB}" srcOrd="0" destOrd="0" presId="urn:microsoft.com/office/officeart/2016/7/layout/LinearBlockProcessNumbered"/>
    <dgm:cxn modelId="{0439566F-A180-439C-8FAE-14E400EF2DCF}" type="presOf" srcId="{8AA20905-3954-474B-A606-562BCA026DC1}" destId="{579698BD-D232-4926-8D7B-29A69B90858B}" srcOrd="0" destOrd="0" presId="urn:microsoft.com/office/officeart/2016/7/layout/LinearBlockProcessNumbered"/>
    <dgm:cxn modelId="{29280853-1A86-48A7-BA30-A3847B3BBF6D}" type="presOf" srcId="{98E6DD7C-B953-4119-9F64-9914E467ECBF}" destId="{E20811D6-E5D4-4C9E-AABF-9E0E1902CA2C}" srcOrd="0" destOrd="0" presId="urn:microsoft.com/office/officeart/2016/7/layout/LinearBlockProcessNumbered"/>
    <dgm:cxn modelId="{CA64E654-AEF5-4E67-B242-073927D28A2F}" type="presOf" srcId="{2B0F48C5-00F4-45D4-80D9-B3B8A5C4D228}" destId="{1A8231B4-5618-4C71-A545-CCD5D816D541}" srcOrd="0" destOrd="0" presId="urn:microsoft.com/office/officeart/2016/7/layout/LinearBlockProcessNumbered"/>
    <dgm:cxn modelId="{F6B1598F-1951-460F-BB68-54B32A798437}" type="presOf" srcId="{DC13AB6D-DEA2-4CBB-AC69-1EF1A6AD1512}" destId="{5F398AEE-BC0F-4F30-99FA-92D67A176C2D}" srcOrd="1" destOrd="0" presId="urn:microsoft.com/office/officeart/2016/7/layout/LinearBlockProcessNumbered"/>
    <dgm:cxn modelId="{4B888393-351D-4489-90C9-5A68061AB236}" srcId="{8AA20905-3954-474B-A606-562BCA026DC1}" destId="{DC13AB6D-DEA2-4CBB-AC69-1EF1A6AD1512}" srcOrd="0" destOrd="0" parTransId="{2C752582-D9FF-4E04-A92F-827DB4BB5C48}" sibTransId="{9C64CC83-643C-4E12-8F97-BC19DC031190}"/>
    <dgm:cxn modelId="{BA068B95-2DA2-453B-8162-90B6AB26C20F}" type="presOf" srcId="{DC13AB6D-DEA2-4CBB-AC69-1EF1A6AD1512}" destId="{DA3A6BD4-857F-4C66-97FA-B1E1C180A950}" srcOrd="0" destOrd="0" presId="urn:microsoft.com/office/officeart/2016/7/layout/LinearBlockProcessNumbered"/>
    <dgm:cxn modelId="{D1EC3998-BC1C-463E-BEEA-A0348E8A7D9B}" type="presOf" srcId="{146D5024-06E6-4192-980E-6042E0C78374}" destId="{1FA1E9F8-F7F5-4301-A220-BAC00E2DC578}" srcOrd="0" destOrd="0" presId="urn:microsoft.com/office/officeart/2016/7/layout/LinearBlockProcessNumbered"/>
    <dgm:cxn modelId="{161DC499-B046-489E-AD7C-CD4C3FC28960}" type="presOf" srcId="{4423C46B-740D-4D1D-A6C4-43F44932FAF6}" destId="{5A0CACB4-7360-4073-9133-7B610854F169}" srcOrd="0" destOrd="0" presId="urn:microsoft.com/office/officeart/2016/7/layout/LinearBlockProcessNumbered"/>
    <dgm:cxn modelId="{A60B24A2-10D1-4757-8745-0520FC326536}" type="presOf" srcId="{978BAA5F-1FA8-4CB7-9D53-5640F72DF844}" destId="{F45CA84F-07A9-454F-A380-87316291D246}" srcOrd="0" destOrd="0" presId="urn:microsoft.com/office/officeart/2016/7/layout/LinearBlockProcessNumbered"/>
    <dgm:cxn modelId="{07D44DA2-D4CF-4582-A029-20843D5E0F23}" type="presOf" srcId="{53742231-981F-480A-940F-203EC2F7423F}" destId="{C5BDCA19-B754-421E-A6CC-628F80FC74CB}" srcOrd="1" destOrd="0" presId="urn:microsoft.com/office/officeart/2016/7/layout/LinearBlockProcessNumbered"/>
    <dgm:cxn modelId="{E476EEBC-7C9F-4E07-BD58-1044B9769B64}" srcId="{8AA20905-3954-474B-A606-562BCA026DC1}" destId="{9EF41CC5-EF3B-4A6D-8229-3F1333EADFB3}" srcOrd="2" destOrd="0" parTransId="{DAEF1C7D-B0C5-46FA-BED3-8A54E918D3E0}" sibTransId="{98E6DD7C-B953-4119-9F64-9914E467ECBF}"/>
    <dgm:cxn modelId="{FDD130C2-CD74-4EFB-A226-A939177EE674}" type="presOf" srcId="{53742231-981F-480A-940F-203EC2F7423F}" destId="{00AE7F27-0E5D-4AFB-ACD6-B5A19E79EA42}" srcOrd="0" destOrd="0" presId="urn:microsoft.com/office/officeart/2016/7/layout/LinearBlockProcessNumbered"/>
    <dgm:cxn modelId="{F226B1C2-5D99-403A-8240-EAD6BD4D8534}" srcId="{8AA20905-3954-474B-A606-562BCA026DC1}" destId="{53742231-981F-480A-940F-203EC2F7423F}" srcOrd="1" destOrd="0" parTransId="{2FC75195-FBA1-43DE-85DD-40B4B3A2F1F3}" sibTransId="{EF449C32-A7AE-4099-9E9B-9E2F736A89CE}"/>
    <dgm:cxn modelId="{714928C7-F07E-48C4-BE9E-4842896AB09C}" type="presOf" srcId="{9C64CC83-643C-4E12-8F97-BC19DC031190}" destId="{BBA91679-4684-4A04-8AEB-03038C78A75C}" srcOrd="0" destOrd="0" presId="urn:microsoft.com/office/officeart/2016/7/layout/LinearBlockProcessNumbered"/>
    <dgm:cxn modelId="{4FCD17EA-09F3-4AC6-8411-615643E75A41}" type="presOf" srcId="{2B0F48C5-00F4-45D4-80D9-B3B8A5C4D228}" destId="{A86E24EC-98FB-4D5A-AAFA-ED935F091E09}" srcOrd="1" destOrd="0" presId="urn:microsoft.com/office/officeart/2016/7/layout/LinearBlockProcessNumbered"/>
    <dgm:cxn modelId="{1E901CF0-E277-4C81-8ED0-3386656CCD3D}" type="presOf" srcId="{978BAA5F-1FA8-4CB7-9D53-5640F72DF844}" destId="{39AC6F0C-9F77-4350-9A94-5512D7BB84AC}" srcOrd="1" destOrd="0" presId="urn:microsoft.com/office/officeart/2016/7/layout/LinearBlockProcessNumbered"/>
    <dgm:cxn modelId="{7D7B6CF4-1A1D-4E61-B5FE-C95185EF2648}" type="presOf" srcId="{9EF41CC5-EF3B-4A6D-8229-3F1333EADFB3}" destId="{67D48337-9200-42EF-A956-8FC92E9B78D2}" srcOrd="1" destOrd="0" presId="urn:microsoft.com/office/officeart/2016/7/layout/LinearBlockProcessNumbered"/>
    <dgm:cxn modelId="{B9FDDAF6-ABE3-43D5-A54F-4A0002D3FD47}" type="presOf" srcId="{EF449C32-A7AE-4099-9E9B-9E2F736A89CE}" destId="{975C752B-C37A-4BA6-A3AE-2202A141404A}" srcOrd="0" destOrd="0" presId="urn:microsoft.com/office/officeart/2016/7/layout/LinearBlockProcessNumbered"/>
    <dgm:cxn modelId="{6A5BED3A-71F8-4A71-9E51-1F50D58497B5}" type="presParOf" srcId="{579698BD-D232-4926-8D7B-29A69B90858B}" destId="{3DD5B223-886E-4FC7-BDA1-ECA869A474EC}" srcOrd="0" destOrd="0" presId="urn:microsoft.com/office/officeart/2016/7/layout/LinearBlockProcessNumbered"/>
    <dgm:cxn modelId="{50ED9B3F-B939-4662-8866-7D833C2E0794}" type="presParOf" srcId="{3DD5B223-886E-4FC7-BDA1-ECA869A474EC}" destId="{DA3A6BD4-857F-4C66-97FA-B1E1C180A950}" srcOrd="0" destOrd="0" presId="urn:microsoft.com/office/officeart/2016/7/layout/LinearBlockProcessNumbered"/>
    <dgm:cxn modelId="{0D013F25-1B82-4F7B-AEF4-E93C2E95B0C3}" type="presParOf" srcId="{3DD5B223-886E-4FC7-BDA1-ECA869A474EC}" destId="{BBA91679-4684-4A04-8AEB-03038C78A75C}" srcOrd="1" destOrd="0" presId="urn:microsoft.com/office/officeart/2016/7/layout/LinearBlockProcessNumbered"/>
    <dgm:cxn modelId="{1E713196-E09A-42B0-BC2D-5294D0D9C36F}" type="presParOf" srcId="{3DD5B223-886E-4FC7-BDA1-ECA869A474EC}" destId="{5F398AEE-BC0F-4F30-99FA-92D67A176C2D}" srcOrd="2" destOrd="0" presId="urn:microsoft.com/office/officeart/2016/7/layout/LinearBlockProcessNumbered"/>
    <dgm:cxn modelId="{F8935481-B234-48A2-8E9B-6F423817537E}" type="presParOf" srcId="{579698BD-D232-4926-8D7B-29A69B90858B}" destId="{3C27A223-AC17-40BD-B7C5-0447661C2934}" srcOrd="1" destOrd="0" presId="urn:microsoft.com/office/officeart/2016/7/layout/LinearBlockProcessNumbered"/>
    <dgm:cxn modelId="{2A71550B-14EE-4B95-A40C-E132F64E84DB}" type="presParOf" srcId="{579698BD-D232-4926-8D7B-29A69B90858B}" destId="{0864151C-845B-4A50-9755-7EE613694D81}" srcOrd="2" destOrd="0" presId="urn:microsoft.com/office/officeart/2016/7/layout/LinearBlockProcessNumbered"/>
    <dgm:cxn modelId="{819F34FD-11F2-459D-B90D-FA1539737ADA}" type="presParOf" srcId="{0864151C-845B-4A50-9755-7EE613694D81}" destId="{00AE7F27-0E5D-4AFB-ACD6-B5A19E79EA42}" srcOrd="0" destOrd="0" presId="urn:microsoft.com/office/officeart/2016/7/layout/LinearBlockProcessNumbered"/>
    <dgm:cxn modelId="{FAA4A22E-63A9-40D7-AF37-15573F3C350A}" type="presParOf" srcId="{0864151C-845B-4A50-9755-7EE613694D81}" destId="{975C752B-C37A-4BA6-A3AE-2202A141404A}" srcOrd="1" destOrd="0" presId="urn:microsoft.com/office/officeart/2016/7/layout/LinearBlockProcessNumbered"/>
    <dgm:cxn modelId="{ABA4B620-C848-4944-B91E-2E492EED893C}" type="presParOf" srcId="{0864151C-845B-4A50-9755-7EE613694D81}" destId="{C5BDCA19-B754-421E-A6CC-628F80FC74CB}" srcOrd="2" destOrd="0" presId="urn:microsoft.com/office/officeart/2016/7/layout/LinearBlockProcessNumbered"/>
    <dgm:cxn modelId="{981D06A1-F8EB-4C14-9C2A-EA505D9C81FA}" type="presParOf" srcId="{579698BD-D232-4926-8D7B-29A69B90858B}" destId="{3E36C1DA-E751-469B-91D5-B7ADF3790DAB}" srcOrd="3" destOrd="0" presId="urn:microsoft.com/office/officeart/2016/7/layout/LinearBlockProcessNumbered"/>
    <dgm:cxn modelId="{D7BB022A-2504-497B-9672-D97F4CB95B15}" type="presParOf" srcId="{579698BD-D232-4926-8D7B-29A69B90858B}" destId="{19974A3A-09A4-40DE-BB0F-D9AED1ACB06E}" srcOrd="4" destOrd="0" presId="urn:microsoft.com/office/officeart/2016/7/layout/LinearBlockProcessNumbered"/>
    <dgm:cxn modelId="{A085F843-0169-43CB-B042-74EAB6E1674B}" type="presParOf" srcId="{19974A3A-09A4-40DE-BB0F-D9AED1ACB06E}" destId="{CAD62F17-E99D-4FEF-B376-961CA4CB20EB}" srcOrd="0" destOrd="0" presId="urn:microsoft.com/office/officeart/2016/7/layout/LinearBlockProcessNumbered"/>
    <dgm:cxn modelId="{A179DBCD-25F3-44B6-BAA7-26EBC7B29448}" type="presParOf" srcId="{19974A3A-09A4-40DE-BB0F-D9AED1ACB06E}" destId="{E20811D6-E5D4-4C9E-AABF-9E0E1902CA2C}" srcOrd="1" destOrd="0" presId="urn:microsoft.com/office/officeart/2016/7/layout/LinearBlockProcessNumbered"/>
    <dgm:cxn modelId="{7429BDE6-E17F-4E08-960D-D62B256C81F6}" type="presParOf" srcId="{19974A3A-09A4-40DE-BB0F-D9AED1ACB06E}" destId="{67D48337-9200-42EF-A956-8FC92E9B78D2}" srcOrd="2" destOrd="0" presId="urn:microsoft.com/office/officeart/2016/7/layout/LinearBlockProcessNumbered"/>
    <dgm:cxn modelId="{2E845ED9-1F64-4748-8377-710D67A04755}" type="presParOf" srcId="{579698BD-D232-4926-8D7B-29A69B90858B}" destId="{10CE59AB-2441-424F-A5A0-AF168C62FB41}" srcOrd="5" destOrd="0" presId="urn:microsoft.com/office/officeart/2016/7/layout/LinearBlockProcessNumbered"/>
    <dgm:cxn modelId="{DC494969-9ADC-466C-A3D3-587F6C047FFB}" type="presParOf" srcId="{579698BD-D232-4926-8D7B-29A69B90858B}" destId="{BC935B62-C003-4C49-A05C-9071509050F3}" srcOrd="6" destOrd="0" presId="urn:microsoft.com/office/officeart/2016/7/layout/LinearBlockProcessNumbered"/>
    <dgm:cxn modelId="{737684DB-C14C-4938-9DEA-BB8DE3DC1F3E}" type="presParOf" srcId="{BC935B62-C003-4C49-A05C-9071509050F3}" destId="{1A8231B4-5618-4C71-A545-CCD5D816D541}" srcOrd="0" destOrd="0" presId="urn:microsoft.com/office/officeart/2016/7/layout/LinearBlockProcessNumbered"/>
    <dgm:cxn modelId="{E76D064B-C556-4DE8-8EBC-1264E06357D6}" type="presParOf" srcId="{BC935B62-C003-4C49-A05C-9071509050F3}" destId="{1FA1E9F8-F7F5-4301-A220-BAC00E2DC578}" srcOrd="1" destOrd="0" presId="urn:microsoft.com/office/officeart/2016/7/layout/LinearBlockProcessNumbered"/>
    <dgm:cxn modelId="{2370CEF8-F1A3-49FE-9365-2F196E1D7B05}" type="presParOf" srcId="{BC935B62-C003-4C49-A05C-9071509050F3}" destId="{A86E24EC-98FB-4D5A-AAFA-ED935F091E09}" srcOrd="2" destOrd="0" presId="urn:microsoft.com/office/officeart/2016/7/layout/LinearBlockProcessNumbered"/>
    <dgm:cxn modelId="{12CAA33A-5A45-4882-AFDA-31D106C41E85}" type="presParOf" srcId="{579698BD-D232-4926-8D7B-29A69B90858B}" destId="{A2B811E1-BE86-41C8-9A82-3BEDFE11AF1C}" srcOrd="7" destOrd="0" presId="urn:microsoft.com/office/officeart/2016/7/layout/LinearBlockProcessNumbered"/>
    <dgm:cxn modelId="{FDFDF302-E5F3-4914-9FB5-1456A70508D7}" type="presParOf" srcId="{579698BD-D232-4926-8D7B-29A69B90858B}" destId="{52EAB93B-A6BC-49C7-A15D-C9726866E6B5}" srcOrd="8" destOrd="0" presId="urn:microsoft.com/office/officeart/2016/7/layout/LinearBlockProcessNumbered"/>
    <dgm:cxn modelId="{5F264311-EED4-4CD6-8FFB-869F553BD11B}" type="presParOf" srcId="{52EAB93B-A6BC-49C7-A15D-C9726866E6B5}" destId="{F45CA84F-07A9-454F-A380-87316291D246}" srcOrd="0" destOrd="0" presId="urn:microsoft.com/office/officeart/2016/7/layout/LinearBlockProcessNumbered"/>
    <dgm:cxn modelId="{6C0BDAE5-68B3-46D2-A633-B9CC2550CA18}" type="presParOf" srcId="{52EAB93B-A6BC-49C7-A15D-C9726866E6B5}" destId="{5A0CACB4-7360-4073-9133-7B610854F169}" srcOrd="1" destOrd="0" presId="urn:microsoft.com/office/officeart/2016/7/layout/LinearBlockProcessNumbered"/>
    <dgm:cxn modelId="{2D856483-B444-4AD4-924D-51265DC3A527}" type="presParOf" srcId="{52EAB93B-A6BC-49C7-A15D-C9726866E6B5}" destId="{39AC6F0C-9F77-4350-9A94-5512D7BB84AC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AA20905-3954-474B-A606-562BCA026DC1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2B0F48C5-00F4-45D4-80D9-B3B8A5C4D228}">
      <dgm:prSet/>
      <dgm:spPr>
        <a:solidFill>
          <a:schemeClr val="accent4"/>
        </a:solidFill>
      </dgm:spPr>
      <dgm:t>
        <a:bodyPr/>
        <a:lstStyle/>
        <a:p>
          <a:pPr>
            <a:defRPr cap="all"/>
          </a:pPr>
          <a:r>
            <a:rPr lang="en-US" dirty="0"/>
            <a:t>ITERATION 1 – (INCEPTION PHASE) </a:t>
          </a:r>
        </a:p>
      </dgm:t>
    </dgm:pt>
    <dgm:pt modelId="{80C8BC25-9C83-4249-880E-6DEF3447D157}" type="parTrans" cxnId="{81AE9818-56E8-40DE-BEB9-AD0FF369980F}">
      <dgm:prSet/>
      <dgm:spPr/>
      <dgm:t>
        <a:bodyPr/>
        <a:lstStyle/>
        <a:p>
          <a:endParaRPr lang="en-US"/>
        </a:p>
      </dgm:t>
    </dgm:pt>
    <dgm:pt modelId="{146D5024-06E6-4192-980E-6042E0C78374}" type="sibTrans" cxnId="{81AE9818-56E8-40DE-BEB9-AD0FF369980F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978BAA5F-1FA8-4CB7-9D53-5640F72DF844}">
      <dgm:prSet/>
      <dgm:spPr/>
      <dgm:t>
        <a:bodyPr/>
        <a:lstStyle/>
        <a:p>
          <a:pPr>
            <a:defRPr cap="all"/>
          </a:pPr>
          <a:r>
            <a:rPr lang="en-US" dirty="0"/>
            <a:t>FUTURE ITERATIONS</a:t>
          </a:r>
        </a:p>
      </dgm:t>
    </dgm:pt>
    <dgm:pt modelId="{DD420EFF-3B81-4E50-A6C6-29D6313FA40A}" type="parTrans" cxnId="{BC58B224-FA4D-407E-94CD-F62A5A5AAD90}">
      <dgm:prSet/>
      <dgm:spPr/>
      <dgm:t>
        <a:bodyPr/>
        <a:lstStyle/>
        <a:p>
          <a:endParaRPr lang="en-US"/>
        </a:p>
      </dgm:t>
    </dgm:pt>
    <dgm:pt modelId="{4423C46B-740D-4D1D-A6C4-43F44932FAF6}" type="sibTrans" cxnId="{BC58B224-FA4D-407E-94CD-F62A5A5AAD90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579698BD-D232-4926-8D7B-29A69B90858B}" type="pres">
      <dgm:prSet presAssocID="{8AA20905-3954-474B-A606-562BCA026DC1}" presName="Name0" presStyleCnt="0">
        <dgm:presLayoutVars>
          <dgm:animLvl val="lvl"/>
          <dgm:resizeHandles val="exact"/>
        </dgm:presLayoutVars>
      </dgm:prSet>
      <dgm:spPr/>
    </dgm:pt>
    <dgm:pt modelId="{BC935B62-C003-4C49-A05C-9071509050F3}" type="pres">
      <dgm:prSet presAssocID="{2B0F48C5-00F4-45D4-80D9-B3B8A5C4D228}" presName="compositeNode" presStyleCnt="0">
        <dgm:presLayoutVars>
          <dgm:bulletEnabled val="1"/>
        </dgm:presLayoutVars>
      </dgm:prSet>
      <dgm:spPr/>
    </dgm:pt>
    <dgm:pt modelId="{1A8231B4-5618-4C71-A545-CCD5D816D541}" type="pres">
      <dgm:prSet presAssocID="{2B0F48C5-00F4-45D4-80D9-B3B8A5C4D228}" presName="bgRect" presStyleLbl="alignNode1" presStyleIdx="0" presStyleCnt="2"/>
      <dgm:spPr/>
    </dgm:pt>
    <dgm:pt modelId="{1FA1E9F8-F7F5-4301-A220-BAC00E2DC578}" type="pres">
      <dgm:prSet presAssocID="{146D5024-06E6-4192-980E-6042E0C78374}" presName="sibTransNodeRect" presStyleLbl="alignNode1" presStyleIdx="0" presStyleCnt="2">
        <dgm:presLayoutVars>
          <dgm:chMax val="0"/>
          <dgm:bulletEnabled val="1"/>
        </dgm:presLayoutVars>
      </dgm:prSet>
      <dgm:spPr/>
    </dgm:pt>
    <dgm:pt modelId="{A86E24EC-98FB-4D5A-AAFA-ED935F091E09}" type="pres">
      <dgm:prSet presAssocID="{2B0F48C5-00F4-45D4-80D9-B3B8A5C4D228}" presName="nodeRect" presStyleLbl="alignNode1" presStyleIdx="0" presStyleCnt="2">
        <dgm:presLayoutVars>
          <dgm:bulletEnabled val="1"/>
        </dgm:presLayoutVars>
      </dgm:prSet>
      <dgm:spPr/>
    </dgm:pt>
    <dgm:pt modelId="{A2B811E1-BE86-41C8-9A82-3BEDFE11AF1C}" type="pres">
      <dgm:prSet presAssocID="{146D5024-06E6-4192-980E-6042E0C78374}" presName="sibTrans" presStyleCnt="0"/>
      <dgm:spPr/>
    </dgm:pt>
    <dgm:pt modelId="{52EAB93B-A6BC-49C7-A15D-C9726866E6B5}" type="pres">
      <dgm:prSet presAssocID="{978BAA5F-1FA8-4CB7-9D53-5640F72DF844}" presName="compositeNode" presStyleCnt="0">
        <dgm:presLayoutVars>
          <dgm:bulletEnabled val="1"/>
        </dgm:presLayoutVars>
      </dgm:prSet>
      <dgm:spPr/>
    </dgm:pt>
    <dgm:pt modelId="{F45CA84F-07A9-454F-A380-87316291D246}" type="pres">
      <dgm:prSet presAssocID="{978BAA5F-1FA8-4CB7-9D53-5640F72DF844}" presName="bgRect" presStyleLbl="alignNode1" presStyleIdx="1" presStyleCnt="2"/>
      <dgm:spPr/>
    </dgm:pt>
    <dgm:pt modelId="{5A0CACB4-7360-4073-9133-7B610854F169}" type="pres">
      <dgm:prSet presAssocID="{4423C46B-740D-4D1D-A6C4-43F44932FAF6}" presName="sibTransNodeRect" presStyleLbl="alignNode1" presStyleIdx="1" presStyleCnt="2">
        <dgm:presLayoutVars>
          <dgm:chMax val="0"/>
          <dgm:bulletEnabled val="1"/>
        </dgm:presLayoutVars>
      </dgm:prSet>
      <dgm:spPr/>
    </dgm:pt>
    <dgm:pt modelId="{39AC6F0C-9F77-4350-9A94-5512D7BB84AC}" type="pres">
      <dgm:prSet presAssocID="{978BAA5F-1FA8-4CB7-9D53-5640F72DF844}" presName="nodeRect" presStyleLbl="alignNode1" presStyleIdx="1" presStyleCnt="2">
        <dgm:presLayoutVars>
          <dgm:bulletEnabled val="1"/>
        </dgm:presLayoutVars>
      </dgm:prSet>
      <dgm:spPr/>
    </dgm:pt>
  </dgm:ptLst>
  <dgm:cxnLst>
    <dgm:cxn modelId="{81AE9818-56E8-40DE-BEB9-AD0FF369980F}" srcId="{8AA20905-3954-474B-A606-562BCA026DC1}" destId="{2B0F48C5-00F4-45D4-80D9-B3B8A5C4D228}" srcOrd="0" destOrd="0" parTransId="{80C8BC25-9C83-4249-880E-6DEF3447D157}" sibTransId="{146D5024-06E6-4192-980E-6042E0C78374}"/>
    <dgm:cxn modelId="{BC58B224-FA4D-407E-94CD-F62A5A5AAD90}" srcId="{8AA20905-3954-474B-A606-562BCA026DC1}" destId="{978BAA5F-1FA8-4CB7-9D53-5640F72DF844}" srcOrd="1" destOrd="0" parTransId="{DD420EFF-3B81-4E50-A6C6-29D6313FA40A}" sibTransId="{4423C46B-740D-4D1D-A6C4-43F44932FAF6}"/>
    <dgm:cxn modelId="{0439566F-A180-439C-8FAE-14E400EF2DCF}" type="presOf" srcId="{8AA20905-3954-474B-A606-562BCA026DC1}" destId="{579698BD-D232-4926-8D7B-29A69B90858B}" srcOrd="0" destOrd="0" presId="urn:microsoft.com/office/officeart/2016/7/layout/LinearBlockProcessNumbered"/>
    <dgm:cxn modelId="{CA64E654-AEF5-4E67-B242-073927D28A2F}" type="presOf" srcId="{2B0F48C5-00F4-45D4-80D9-B3B8A5C4D228}" destId="{1A8231B4-5618-4C71-A545-CCD5D816D541}" srcOrd="0" destOrd="0" presId="urn:microsoft.com/office/officeart/2016/7/layout/LinearBlockProcessNumbered"/>
    <dgm:cxn modelId="{D1EC3998-BC1C-463E-BEEA-A0348E8A7D9B}" type="presOf" srcId="{146D5024-06E6-4192-980E-6042E0C78374}" destId="{1FA1E9F8-F7F5-4301-A220-BAC00E2DC578}" srcOrd="0" destOrd="0" presId="urn:microsoft.com/office/officeart/2016/7/layout/LinearBlockProcessNumbered"/>
    <dgm:cxn modelId="{161DC499-B046-489E-AD7C-CD4C3FC28960}" type="presOf" srcId="{4423C46B-740D-4D1D-A6C4-43F44932FAF6}" destId="{5A0CACB4-7360-4073-9133-7B610854F169}" srcOrd="0" destOrd="0" presId="urn:microsoft.com/office/officeart/2016/7/layout/LinearBlockProcessNumbered"/>
    <dgm:cxn modelId="{A60B24A2-10D1-4757-8745-0520FC326536}" type="presOf" srcId="{978BAA5F-1FA8-4CB7-9D53-5640F72DF844}" destId="{F45CA84F-07A9-454F-A380-87316291D246}" srcOrd="0" destOrd="0" presId="urn:microsoft.com/office/officeart/2016/7/layout/LinearBlockProcessNumbered"/>
    <dgm:cxn modelId="{4FCD17EA-09F3-4AC6-8411-615643E75A41}" type="presOf" srcId="{2B0F48C5-00F4-45D4-80D9-B3B8A5C4D228}" destId="{A86E24EC-98FB-4D5A-AAFA-ED935F091E09}" srcOrd="1" destOrd="0" presId="urn:microsoft.com/office/officeart/2016/7/layout/LinearBlockProcessNumbered"/>
    <dgm:cxn modelId="{1E901CF0-E277-4C81-8ED0-3386656CCD3D}" type="presOf" srcId="{978BAA5F-1FA8-4CB7-9D53-5640F72DF844}" destId="{39AC6F0C-9F77-4350-9A94-5512D7BB84AC}" srcOrd="1" destOrd="0" presId="urn:microsoft.com/office/officeart/2016/7/layout/LinearBlockProcessNumbered"/>
    <dgm:cxn modelId="{DC494969-9ADC-466C-A3D3-587F6C047FFB}" type="presParOf" srcId="{579698BD-D232-4926-8D7B-29A69B90858B}" destId="{BC935B62-C003-4C49-A05C-9071509050F3}" srcOrd="0" destOrd="0" presId="urn:microsoft.com/office/officeart/2016/7/layout/LinearBlockProcessNumbered"/>
    <dgm:cxn modelId="{737684DB-C14C-4938-9DEA-BB8DE3DC1F3E}" type="presParOf" srcId="{BC935B62-C003-4C49-A05C-9071509050F3}" destId="{1A8231B4-5618-4C71-A545-CCD5D816D541}" srcOrd="0" destOrd="0" presId="urn:microsoft.com/office/officeart/2016/7/layout/LinearBlockProcessNumbered"/>
    <dgm:cxn modelId="{E76D064B-C556-4DE8-8EBC-1264E06357D6}" type="presParOf" srcId="{BC935B62-C003-4C49-A05C-9071509050F3}" destId="{1FA1E9F8-F7F5-4301-A220-BAC00E2DC578}" srcOrd="1" destOrd="0" presId="urn:microsoft.com/office/officeart/2016/7/layout/LinearBlockProcessNumbered"/>
    <dgm:cxn modelId="{2370CEF8-F1A3-49FE-9365-2F196E1D7B05}" type="presParOf" srcId="{BC935B62-C003-4C49-A05C-9071509050F3}" destId="{A86E24EC-98FB-4D5A-AAFA-ED935F091E09}" srcOrd="2" destOrd="0" presId="urn:microsoft.com/office/officeart/2016/7/layout/LinearBlockProcessNumbered"/>
    <dgm:cxn modelId="{12CAA33A-5A45-4882-AFDA-31D106C41E85}" type="presParOf" srcId="{579698BD-D232-4926-8D7B-29A69B90858B}" destId="{A2B811E1-BE86-41C8-9A82-3BEDFE11AF1C}" srcOrd="1" destOrd="0" presId="urn:microsoft.com/office/officeart/2016/7/layout/LinearBlockProcessNumbered"/>
    <dgm:cxn modelId="{FDFDF302-E5F3-4914-9FB5-1456A70508D7}" type="presParOf" srcId="{579698BD-D232-4926-8D7B-29A69B90858B}" destId="{52EAB93B-A6BC-49C7-A15D-C9726866E6B5}" srcOrd="2" destOrd="0" presId="urn:microsoft.com/office/officeart/2016/7/layout/LinearBlockProcessNumbered"/>
    <dgm:cxn modelId="{5F264311-EED4-4CD6-8FFB-869F553BD11B}" type="presParOf" srcId="{52EAB93B-A6BC-49C7-A15D-C9726866E6B5}" destId="{F45CA84F-07A9-454F-A380-87316291D246}" srcOrd="0" destOrd="0" presId="urn:microsoft.com/office/officeart/2016/7/layout/LinearBlockProcessNumbered"/>
    <dgm:cxn modelId="{6C0BDAE5-68B3-46D2-A633-B9CC2550CA18}" type="presParOf" srcId="{52EAB93B-A6BC-49C7-A15D-C9726866E6B5}" destId="{5A0CACB4-7360-4073-9133-7B610854F169}" srcOrd="1" destOrd="0" presId="urn:microsoft.com/office/officeart/2016/7/layout/LinearBlockProcessNumbered"/>
    <dgm:cxn modelId="{2D856483-B444-4AD4-924D-51265DC3A527}" type="presParOf" srcId="{52EAB93B-A6BC-49C7-A15D-C9726866E6B5}" destId="{39AC6F0C-9F77-4350-9A94-5512D7BB84AC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AA20905-3954-474B-A606-562BCA026DC1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2B0F48C5-00F4-45D4-80D9-B3B8A5C4D228}">
      <dgm:prSet/>
      <dgm:spPr>
        <a:solidFill>
          <a:schemeClr val="accent4"/>
        </a:solidFill>
        <a:ln>
          <a:noFill/>
        </a:ln>
      </dgm:spPr>
      <dgm:t>
        <a:bodyPr/>
        <a:lstStyle/>
        <a:p>
          <a:pPr>
            <a:defRPr cap="all"/>
          </a:pPr>
          <a:r>
            <a:rPr lang="en-US" dirty="0"/>
            <a:t>FUNCTIONAL REQUIREMENTS</a:t>
          </a:r>
        </a:p>
      </dgm:t>
    </dgm:pt>
    <dgm:pt modelId="{80C8BC25-9C83-4249-880E-6DEF3447D157}" type="parTrans" cxnId="{81AE9818-56E8-40DE-BEB9-AD0FF369980F}">
      <dgm:prSet/>
      <dgm:spPr/>
      <dgm:t>
        <a:bodyPr/>
        <a:lstStyle/>
        <a:p>
          <a:endParaRPr lang="en-US"/>
        </a:p>
      </dgm:t>
    </dgm:pt>
    <dgm:pt modelId="{146D5024-06E6-4192-980E-6042E0C78374}" type="sibTrans" cxnId="{81AE9818-56E8-40DE-BEB9-AD0FF369980F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978BAA5F-1FA8-4CB7-9D53-5640F72DF844}">
      <dgm:prSet/>
      <dgm:spPr>
        <a:ln>
          <a:noFill/>
        </a:ln>
      </dgm:spPr>
      <dgm:t>
        <a:bodyPr/>
        <a:lstStyle/>
        <a:p>
          <a:pPr>
            <a:defRPr cap="all"/>
          </a:pPr>
          <a:r>
            <a:rPr lang="en-US" dirty="0"/>
            <a:t>NON – FUNCTIONAL REQUIREMENTS</a:t>
          </a:r>
        </a:p>
      </dgm:t>
    </dgm:pt>
    <dgm:pt modelId="{DD420EFF-3B81-4E50-A6C6-29D6313FA40A}" type="parTrans" cxnId="{BC58B224-FA4D-407E-94CD-F62A5A5AAD90}">
      <dgm:prSet/>
      <dgm:spPr/>
      <dgm:t>
        <a:bodyPr/>
        <a:lstStyle/>
        <a:p>
          <a:endParaRPr lang="en-US"/>
        </a:p>
      </dgm:t>
    </dgm:pt>
    <dgm:pt modelId="{4423C46B-740D-4D1D-A6C4-43F44932FAF6}" type="sibTrans" cxnId="{BC58B224-FA4D-407E-94CD-F62A5A5AAD90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579698BD-D232-4926-8D7B-29A69B90858B}" type="pres">
      <dgm:prSet presAssocID="{8AA20905-3954-474B-A606-562BCA026DC1}" presName="Name0" presStyleCnt="0">
        <dgm:presLayoutVars>
          <dgm:animLvl val="lvl"/>
          <dgm:resizeHandles val="exact"/>
        </dgm:presLayoutVars>
      </dgm:prSet>
      <dgm:spPr/>
    </dgm:pt>
    <dgm:pt modelId="{BC935B62-C003-4C49-A05C-9071509050F3}" type="pres">
      <dgm:prSet presAssocID="{2B0F48C5-00F4-45D4-80D9-B3B8A5C4D228}" presName="compositeNode" presStyleCnt="0">
        <dgm:presLayoutVars>
          <dgm:bulletEnabled val="1"/>
        </dgm:presLayoutVars>
      </dgm:prSet>
      <dgm:spPr/>
    </dgm:pt>
    <dgm:pt modelId="{1A8231B4-5618-4C71-A545-CCD5D816D541}" type="pres">
      <dgm:prSet presAssocID="{2B0F48C5-00F4-45D4-80D9-B3B8A5C4D228}" presName="bgRect" presStyleLbl="alignNode1" presStyleIdx="0" presStyleCnt="2"/>
      <dgm:spPr/>
    </dgm:pt>
    <dgm:pt modelId="{1FA1E9F8-F7F5-4301-A220-BAC00E2DC578}" type="pres">
      <dgm:prSet presAssocID="{146D5024-06E6-4192-980E-6042E0C78374}" presName="sibTransNodeRect" presStyleLbl="alignNode1" presStyleIdx="0" presStyleCnt="2">
        <dgm:presLayoutVars>
          <dgm:chMax val="0"/>
          <dgm:bulletEnabled val="1"/>
        </dgm:presLayoutVars>
      </dgm:prSet>
      <dgm:spPr/>
    </dgm:pt>
    <dgm:pt modelId="{A86E24EC-98FB-4D5A-AAFA-ED935F091E09}" type="pres">
      <dgm:prSet presAssocID="{2B0F48C5-00F4-45D4-80D9-B3B8A5C4D228}" presName="nodeRect" presStyleLbl="alignNode1" presStyleIdx="0" presStyleCnt="2">
        <dgm:presLayoutVars>
          <dgm:bulletEnabled val="1"/>
        </dgm:presLayoutVars>
      </dgm:prSet>
      <dgm:spPr/>
    </dgm:pt>
    <dgm:pt modelId="{A2B811E1-BE86-41C8-9A82-3BEDFE11AF1C}" type="pres">
      <dgm:prSet presAssocID="{146D5024-06E6-4192-980E-6042E0C78374}" presName="sibTrans" presStyleCnt="0"/>
      <dgm:spPr/>
    </dgm:pt>
    <dgm:pt modelId="{52EAB93B-A6BC-49C7-A15D-C9726866E6B5}" type="pres">
      <dgm:prSet presAssocID="{978BAA5F-1FA8-4CB7-9D53-5640F72DF844}" presName="compositeNode" presStyleCnt="0">
        <dgm:presLayoutVars>
          <dgm:bulletEnabled val="1"/>
        </dgm:presLayoutVars>
      </dgm:prSet>
      <dgm:spPr/>
    </dgm:pt>
    <dgm:pt modelId="{F45CA84F-07A9-454F-A380-87316291D246}" type="pres">
      <dgm:prSet presAssocID="{978BAA5F-1FA8-4CB7-9D53-5640F72DF844}" presName="bgRect" presStyleLbl="alignNode1" presStyleIdx="1" presStyleCnt="2"/>
      <dgm:spPr/>
    </dgm:pt>
    <dgm:pt modelId="{5A0CACB4-7360-4073-9133-7B610854F169}" type="pres">
      <dgm:prSet presAssocID="{4423C46B-740D-4D1D-A6C4-43F44932FAF6}" presName="sibTransNodeRect" presStyleLbl="alignNode1" presStyleIdx="1" presStyleCnt="2">
        <dgm:presLayoutVars>
          <dgm:chMax val="0"/>
          <dgm:bulletEnabled val="1"/>
        </dgm:presLayoutVars>
      </dgm:prSet>
      <dgm:spPr/>
    </dgm:pt>
    <dgm:pt modelId="{39AC6F0C-9F77-4350-9A94-5512D7BB84AC}" type="pres">
      <dgm:prSet presAssocID="{978BAA5F-1FA8-4CB7-9D53-5640F72DF844}" presName="nodeRect" presStyleLbl="alignNode1" presStyleIdx="1" presStyleCnt="2">
        <dgm:presLayoutVars>
          <dgm:bulletEnabled val="1"/>
        </dgm:presLayoutVars>
      </dgm:prSet>
      <dgm:spPr/>
    </dgm:pt>
  </dgm:ptLst>
  <dgm:cxnLst>
    <dgm:cxn modelId="{81AE9818-56E8-40DE-BEB9-AD0FF369980F}" srcId="{8AA20905-3954-474B-A606-562BCA026DC1}" destId="{2B0F48C5-00F4-45D4-80D9-B3B8A5C4D228}" srcOrd="0" destOrd="0" parTransId="{80C8BC25-9C83-4249-880E-6DEF3447D157}" sibTransId="{146D5024-06E6-4192-980E-6042E0C78374}"/>
    <dgm:cxn modelId="{BC58B224-FA4D-407E-94CD-F62A5A5AAD90}" srcId="{8AA20905-3954-474B-A606-562BCA026DC1}" destId="{978BAA5F-1FA8-4CB7-9D53-5640F72DF844}" srcOrd="1" destOrd="0" parTransId="{DD420EFF-3B81-4E50-A6C6-29D6313FA40A}" sibTransId="{4423C46B-740D-4D1D-A6C4-43F44932FAF6}"/>
    <dgm:cxn modelId="{0439566F-A180-439C-8FAE-14E400EF2DCF}" type="presOf" srcId="{8AA20905-3954-474B-A606-562BCA026DC1}" destId="{579698BD-D232-4926-8D7B-29A69B90858B}" srcOrd="0" destOrd="0" presId="urn:microsoft.com/office/officeart/2016/7/layout/LinearBlockProcessNumbered"/>
    <dgm:cxn modelId="{CA64E654-AEF5-4E67-B242-073927D28A2F}" type="presOf" srcId="{2B0F48C5-00F4-45D4-80D9-B3B8A5C4D228}" destId="{1A8231B4-5618-4C71-A545-CCD5D816D541}" srcOrd="0" destOrd="0" presId="urn:microsoft.com/office/officeart/2016/7/layout/LinearBlockProcessNumbered"/>
    <dgm:cxn modelId="{D1EC3998-BC1C-463E-BEEA-A0348E8A7D9B}" type="presOf" srcId="{146D5024-06E6-4192-980E-6042E0C78374}" destId="{1FA1E9F8-F7F5-4301-A220-BAC00E2DC578}" srcOrd="0" destOrd="0" presId="urn:microsoft.com/office/officeart/2016/7/layout/LinearBlockProcessNumbered"/>
    <dgm:cxn modelId="{161DC499-B046-489E-AD7C-CD4C3FC28960}" type="presOf" srcId="{4423C46B-740D-4D1D-A6C4-43F44932FAF6}" destId="{5A0CACB4-7360-4073-9133-7B610854F169}" srcOrd="0" destOrd="0" presId="urn:microsoft.com/office/officeart/2016/7/layout/LinearBlockProcessNumbered"/>
    <dgm:cxn modelId="{A60B24A2-10D1-4757-8745-0520FC326536}" type="presOf" srcId="{978BAA5F-1FA8-4CB7-9D53-5640F72DF844}" destId="{F45CA84F-07A9-454F-A380-87316291D246}" srcOrd="0" destOrd="0" presId="urn:microsoft.com/office/officeart/2016/7/layout/LinearBlockProcessNumbered"/>
    <dgm:cxn modelId="{4FCD17EA-09F3-4AC6-8411-615643E75A41}" type="presOf" srcId="{2B0F48C5-00F4-45D4-80D9-B3B8A5C4D228}" destId="{A86E24EC-98FB-4D5A-AAFA-ED935F091E09}" srcOrd="1" destOrd="0" presId="urn:microsoft.com/office/officeart/2016/7/layout/LinearBlockProcessNumbered"/>
    <dgm:cxn modelId="{1E901CF0-E277-4C81-8ED0-3386656CCD3D}" type="presOf" srcId="{978BAA5F-1FA8-4CB7-9D53-5640F72DF844}" destId="{39AC6F0C-9F77-4350-9A94-5512D7BB84AC}" srcOrd="1" destOrd="0" presId="urn:microsoft.com/office/officeart/2016/7/layout/LinearBlockProcessNumbered"/>
    <dgm:cxn modelId="{DC494969-9ADC-466C-A3D3-587F6C047FFB}" type="presParOf" srcId="{579698BD-D232-4926-8D7B-29A69B90858B}" destId="{BC935B62-C003-4C49-A05C-9071509050F3}" srcOrd="0" destOrd="0" presId="urn:microsoft.com/office/officeart/2016/7/layout/LinearBlockProcessNumbered"/>
    <dgm:cxn modelId="{737684DB-C14C-4938-9DEA-BB8DE3DC1F3E}" type="presParOf" srcId="{BC935B62-C003-4C49-A05C-9071509050F3}" destId="{1A8231B4-5618-4C71-A545-CCD5D816D541}" srcOrd="0" destOrd="0" presId="urn:microsoft.com/office/officeart/2016/7/layout/LinearBlockProcessNumbered"/>
    <dgm:cxn modelId="{E76D064B-C556-4DE8-8EBC-1264E06357D6}" type="presParOf" srcId="{BC935B62-C003-4C49-A05C-9071509050F3}" destId="{1FA1E9F8-F7F5-4301-A220-BAC00E2DC578}" srcOrd="1" destOrd="0" presId="urn:microsoft.com/office/officeart/2016/7/layout/LinearBlockProcessNumbered"/>
    <dgm:cxn modelId="{2370CEF8-F1A3-49FE-9365-2F196E1D7B05}" type="presParOf" srcId="{BC935B62-C003-4C49-A05C-9071509050F3}" destId="{A86E24EC-98FB-4D5A-AAFA-ED935F091E09}" srcOrd="2" destOrd="0" presId="urn:microsoft.com/office/officeart/2016/7/layout/LinearBlockProcessNumbered"/>
    <dgm:cxn modelId="{12CAA33A-5A45-4882-AFDA-31D106C41E85}" type="presParOf" srcId="{579698BD-D232-4926-8D7B-29A69B90858B}" destId="{A2B811E1-BE86-41C8-9A82-3BEDFE11AF1C}" srcOrd="1" destOrd="0" presId="urn:microsoft.com/office/officeart/2016/7/layout/LinearBlockProcessNumbered"/>
    <dgm:cxn modelId="{FDFDF302-E5F3-4914-9FB5-1456A70508D7}" type="presParOf" srcId="{579698BD-D232-4926-8D7B-29A69B90858B}" destId="{52EAB93B-A6BC-49C7-A15D-C9726866E6B5}" srcOrd="2" destOrd="0" presId="urn:microsoft.com/office/officeart/2016/7/layout/LinearBlockProcessNumbered"/>
    <dgm:cxn modelId="{5F264311-EED4-4CD6-8FFB-869F553BD11B}" type="presParOf" srcId="{52EAB93B-A6BC-49C7-A15D-C9726866E6B5}" destId="{F45CA84F-07A9-454F-A380-87316291D246}" srcOrd="0" destOrd="0" presId="urn:microsoft.com/office/officeart/2016/7/layout/LinearBlockProcessNumbered"/>
    <dgm:cxn modelId="{6C0BDAE5-68B3-46D2-A633-B9CC2550CA18}" type="presParOf" srcId="{52EAB93B-A6BC-49C7-A15D-C9726866E6B5}" destId="{5A0CACB4-7360-4073-9133-7B610854F169}" srcOrd="1" destOrd="0" presId="urn:microsoft.com/office/officeart/2016/7/layout/LinearBlockProcessNumbered"/>
    <dgm:cxn modelId="{2D856483-B444-4AD4-924D-51265DC3A527}" type="presParOf" srcId="{52EAB93B-A6BC-49C7-A15D-C9726866E6B5}" destId="{39AC6F0C-9F77-4350-9A94-5512D7BB84AC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AA20905-3954-474B-A606-562BCA026DC1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2B0F48C5-00F4-45D4-80D9-B3B8A5C4D228}">
      <dgm:prSet/>
      <dgm:spPr>
        <a:solidFill>
          <a:schemeClr val="accent4"/>
        </a:solidFill>
      </dgm:spPr>
      <dgm:t>
        <a:bodyPr/>
        <a:lstStyle/>
        <a:p>
          <a:pPr>
            <a:defRPr cap="all"/>
          </a:pPr>
          <a:r>
            <a:rPr lang="en-US" dirty="0"/>
            <a:t>RISK LIST</a:t>
          </a:r>
        </a:p>
      </dgm:t>
    </dgm:pt>
    <dgm:pt modelId="{80C8BC25-9C83-4249-880E-6DEF3447D157}" type="parTrans" cxnId="{81AE9818-56E8-40DE-BEB9-AD0FF369980F}">
      <dgm:prSet/>
      <dgm:spPr/>
      <dgm:t>
        <a:bodyPr/>
        <a:lstStyle/>
        <a:p>
          <a:endParaRPr lang="en-US"/>
        </a:p>
      </dgm:t>
    </dgm:pt>
    <dgm:pt modelId="{146D5024-06E6-4192-980E-6042E0C78374}" type="sibTrans" cxnId="{81AE9818-56E8-40DE-BEB9-AD0FF369980F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978BAA5F-1FA8-4CB7-9D53-5640F72DF844}">
      <dgm:prSet/>
      <dgm:spPr/>
      <dgm:t>
        <a:bodyPr/>
        <a:lstStyle/>
        <a:p>
          <a:pPr>
            <a:defRPr cap="all"/>
          </a:pPr>
          <a:r>
            <a:rPr lang="en-US" dirty="0"/>
            <a:t>FEASIBILITY ANALYSIS</a:t>
          </a:r>
        </a:p>
      </dgm:t>
    </dgm:pt>
    <dgm:pt modelId="{DD420EFF-3B81-4E50-A6C6-29D6313FA40A}" type="parTrans" cxnId="{BC58B224-FA4D-407E-94CD-F62A5A5AAD90}">
      <dgm:prSet/>
      <dgm:spPr/>
      <dgm:t>
        <a:bodyPr/>
        <a:lstStyle/>
        <a:p>
          <a:endParaRPr lang="en-US"/>
        </a:p>
      </dgm:t>
    </dgm:pt>
    <dgm:pt modelId="{4423C46B-740D-4D1D-A6C4-43F44932FAF6}" type="sibTrans" cxnId="{BC58B224-FA4D-407E-94CD-F62A5A5AAD90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579698BD-D232-4926-8D7B-29A69B90858B}" type="pres">
      <dgm:prSet presAssocID="{8AA20905-3954-474B-A606-562BCA026DC1}" presName="Name0" presStyleCnt="0">
        <dgm:presLayoutVars>
          <dgm:animLvl val="lvl"/>
          <dgm:resizeHandles val="exact"/>
        </dgm:presLayoutVars>
      </dgm:prSet>
      <dgm:spPr/>
    </dgm:pt>
    <dgm:pt modelId="{BC935B62-C003-4C49-A05C-9071509050F3}" type="pres">
      <dgm:prSet presAssocID="{2B0F48C5-00F4-45D4-80D9-B3B8A5C4D228}" presName="compositeNode" presStyleCnt="0">
        <dgm:presLayoutVars>
          <dgm:bulletEnabled val="1"/>
        </dgm:presLayoutVars>
      </dgm:prSet>
      <dgm:spPr/>
    </dgm:pt>
    <dgm:pt modelId="{1A8231B4-5618-4C71-A545-CCD5D816D541}" type="pres">
      <dgm:prSet presAssocID="{2B0F48C5-00F4-45D4-80D9-B3B8A5C4D228}" presName="bgRect" presStyleLbl="alignNode1" presStyleIdx="0" presStyleCnt="2"/>
      <dgm:spPr/>
    </dgm:pt>
    <dgm:pt modelId="{1FA1E9F8-F7F5-4301-A220-BAC00E2DC578}" type="pres">
      <dgm:prSet presAssocID="{146D5024-06E6-4192-980E-6042E0C78374}" presName="sibTransNodeRect" presStyleLbl="alignNode1" presStyleIdx="0" presStyleCnt="2">
        <dgm:presLayoutVars>
          <dgm:chMax val="0"/>
          <dgm:bulletEnabled val="1"/>
        </dgm:presLayoutVars>
      </dgm:prSet>
      <dgm:spPr/>
    </dgm:pt>
    <dgm:pt modelId="{A86E24EC-98FB-4D5A-AAFA-ED935F091E09}" type="pres">
      <dgm:prSet presAssocID="{2B0F48C5-00F4-45D4-80D9-B3B8A5C4D228}" presName="nodeRect" presStyleLbl="alignNode1" presStyleIdx="0" presStyleCnt="2">
        <dgm:presLayoutVars>
          <dgm:bulletEnabled val="1"/>
        </dgm:presLayoutVars>
      </dgm:prSet>
      <dgm:spPr/>
    </dgm:pt>
    <dgm:pt modelId="{A2B811E1-BE86-41C8-9A82-3BEDFE11AF1C}" type="pres">
      <dgm:prSet presAssocID="{146D5024-06E6-4192-980E-6042E0C78374}" presName="sibTrans" presStyleCnt="0"/>
      <dgm:spPr/>
    </dgm:pt>
    <dgm:pt modelId="{52EAB93B-A6BC-49C7-A15D-C9726866E6B5}" type="pres">
      <dgm:prSet presAssocID="{978BAA5F-1FA8-4CB7-9D53-5640F72DF844}" presName="compositeNode" presStyleCnt="0">
        <dgm:presLayoutVars>
          <dgm:bulletEnabled val="1"/>
        </dgm:presLayoutVars>
      </dgm:prSet>
      <dgm:spPr/>
    </dgm:pt>
    <dgm:pt modelId="{F45CA84F-07A9-454F-A380-87316291D246}" type="pres">
      <dgm:prSet presAssocID="{978BAA5F-1FA8-4CB7-9D53-5640F72DF844}" presName="bgRect" presStyleLbl="alignNode1" presStyleIdx="1" presStyleCnt="2" custLinFactNeighborX="-3163" custLinFactNeighborY="2081"/>
      <dgm:spPr/>
    </dgm:pt>
    <dgm:pt modelId="{5A0CACB4-7360-4073-9133-7B610854F169}" type="pres">
      <dgm:prSet presAssocID="{4423C46B-740D-4D1D-A6C4-43F44932FAF6}" presName="sibTransNodeRect" presStyleLbl="alignNode1" presStyleIdx="1" presStyleCnt="2">
        <dgm:presLayoutVars>
          <dgm:chMax val="0"/>
          <dgm:bulletEnabled val="1"/>
        </dgm:presLayoutVars>
      </dgm:prSet>
      <dgm:spPr/>
    </dgm:pt>
    <dgm:pt modelId="{39AC6F0C-9F77-4350-9A94-5512D7BB84AC}" type="pres">
      <dgm:prSet presAssocID="{978BAA5F-1FA8-4CB7-9D53-5640F72DF844}" presName="nodeRect" presStyleLbl="alignNode1" presStyleIdx="1" presStyleCnt="2">
        <dgm:presLayoutVars>
          <dgm:bulletEnabled val="1"/>
        </dgm:presLayoutVars>
      </dgm:prSet>
      <dgm:spPr/>
    </dgm:pt>
  </dgm:ptLst>
  <dgm:cxnLst>
    <dgm:cxn modelId="{81AE9818-56E8-40DE-BEB9-AD0FF369980F}" srcId="{8AA20905-3954-474B-A606-562BCA026DC1}" destId="{2B0F48C5-00F4-45D4-80D9-B3B8A5C4D228}" srcOrd="0" destOrd="0" parTransId="{80C8BC25-9C83-4249-880E-6DEF3447D157}" sibTransId="{146D5024-06E6-4192-980E-6042E0C78374}"/>
    <dgm:cxn modelId="{BC58B224-FA4D-407E-94CD-F62A5A5AAD90}" srcId="{8AA20905-3954-474B-A606-562BCA026DC1}" destId="{978BAA5F-1FA8-4CB7-9D53-5640F72DF844}" srcOrd="1" destOrd="0" parTransId="{DD420EFF-3B81-4E50-A6C6-29D6313FA40A}" sibTransId="{4423C46B-740D-4D1D-A6C4-43F44932FAF6}"/>
    <dgm:cxn modelId="{0439566F-A180-439C-8FAE-14E400EF2DCF}" type="presOf" srcId="{8AA20905-3954-474B-A606-562BCA026DC1}" destId="{579698BD-D232-4926-8D7B-29A69B90858B}" srcOrd="0" destOrd="0" presId="urn:microsoft.com/office/officeart/2016/7/layout/LinearBlockProcessNumbered"/>
    <dgm:cxn modelId="{CA64E654-AEF5-4E67-B242-073927D28A2F}" type="presOf" srcId="{2B0F48C5-00F4-45D4-80D9-B3B8A5C4D228}" destId="{1A8231B4-5618-4C71-A545-CCD5D816D541}" srcOrd="0" destOrd="0" presId="urn:microsoft.com/office/officeart/2016/7/layout/LinearBlockProcessNumbered"/>
    <dgm:cxn modelId="{D1EC3998-BC1C-463E-BEEA-A0348E8A7D9B}" type="presOf" srcId="{146D5024-06E6-4192-980E-6042E0C78374}" destId="{1FA1E9F8-F7F5-4301-A220-BAC00E2DC578}" srcOrd="0" destOrd="0" presId="urn:microsoft.com/office/officeart/2016/7/layout/LinearBlockProcessNumbered"/>
    <dgm:cxn modelId="{161DC499-B046-489E-AD7C-CD4C3FC28960}" type="presOf" srcId="{4423C46B-740D-4D1D-A6C4-43F44932FAF6}" destId="{5A0CACB4-7360-4073-9133-7B610854F169}" srcOrd="0" destOrd="0" presId="urn:microsoft.com/office/officeart/2016/7/layout/LinearBlockProcessNumbered"/>
    <dgm:cxn modelId="{A60B24A2-10D1-4757-8745-0520FC326536}" type="presOf" srcId="{978BAA5F-1FA8-4CB7-9D53-5640F72DF844}" destId="{F45CA84F-07A9-454F-A380-87316291D246}" srcOrd="0" destOrd="0" presId="urn:microsoft.com/office/officeart/2016/7/layout/LinearBlockProcessNumbered"/>
    <dgm:cxn modelId="{4FCD17EA-09F3-4AC6-8411-615643E75A41}" type="presOf" srcId="{2B0F48C5-00F4-45D4-80D9-B3B8A5C4D228}" destId="{A86E24EC-98FB-4D5A-AAFA-ED935F091E09}" srcOrd="1" destOrd="0" presId="urn:microsoft.com/office/officeart/2016/7/layout/LinearBlockProcessNumbered"/>
    <dgm:cxn modelId="{1E901CF0-E277-4C81-8ED0-3386656CCD3D}" type="presOf" srcId="{978BAA5F-1FA8-4CB7-9D53-5640F72DF844}" destId="{39AC6F0C-9F77-4350-9A94-5512D7BB84AC}" srcOrd="1" destOrd="0" presId="urn:microsoft.com/office/officeart/2016/7/layout/LinearBlockProcessNumbered"/>
    <dgm:cxn modelId="{DC494969-9ADC-466C-A3D3-587F6C047FFB}" type="presParOf" srcId="{579698BD-D232-4926-8D7B-29A69B90858B}" destId="{BC935B62-C003-4C49-A05C-9071509050F3}" srcOrd="0" destOrd="0" presId="urn:microsoft.com/office/officeart/2016/7/layout/LinearBlockProcessNumbered"/>
    <dgm:cxn modelId="{737684DB-C14C-4938-9DEA-BB8DE3DC1F3E}" type="presParOf" srcId="{BC935B62-C003-4C49-A05C-9071509050F3}" destId="{1A8231B4-5618-4C71-A545-CCD5D816D541}" srcOrd="0" destOrd="0" presId="urn:microsoft.com/office/officeart/2016/7/layout/LinearBlockProcessNumbered"/>
    <dgm:cxn modelId="{E76D064B-C556-4DE8-8EBC-1264E06357D6}" type="presParOf" srcId="{BC935B62-C003-4C49-A05C-9071509050F3}" destId="{1FA1E9F8-F7F5-4301-A220-BAC00E2DC578}" srcOrd="1" destOrd="0" presId="urn:microsoft.com/office/officeart/2016/7/layout/LinearBlockProcessNumbered"/>
    <dgm:cxn modelId="{2370CEF8-F1A3-49FE-9365-2F196E1D7B05}" type="presParOf" srcId="{BC935B62-C003-4C49-A05C-9071509050F3}" destId="{A86E24EC-98FB-4D5A-AAFA-ED935F091E09}" srcOrd="2" destOrd="0" presId="urn:microsoft.com/office/officeart/2016/7/layout/LinearBlockProcessNumbered"/>
    <dgm:cxn modelId="{12CAA33A-5A45-4882-AFDA-31D106C41E85}" type="presParOf" srcId="{579698BD-D232-4926-8D7B-29A69B90858B}" destId="{A2B811E1-BE86-41C8-9A82-3BEDFE11AF1C}" srcOrd="1" destOrd="0" presId="urn:microsoft.com/office/officeart/2016/7/layout/LinearBlockProcessNumbered"/>
    <dgm:cxn modelId="{FDFDF302-E5F3-4914-9FB5-1456A70508D7}" type="presParOf" srcId="{579698BD-D232-4926-8D7B-29A69B90858B}" destId="{52EAB93B-A6BC-49C7-A15D-C9726866E6B5}" srcOrd="2" destOrd="0" presId="urn:microsoft.com/office/officeart/2016/7/layout/LinearBlockProcessNumbered"/>
    <dgm:cxn modelId="{5F264311-EED4-4CD6-8FFB-869F553BD11B}" type="presParOf" srcId="{52EAB93B-A6BC-49C7-A15D-C9726866E6B5}" destId="{F45CA84F-07A9-454F-A380-87316291D246}" srcOrd="0" destOrd="0" presId="urn:microsoft.com/office/officeart/2016/7/layout/LinearBlockProcessNumbered"/>
    <dgm:cxn modelId="{6C0BDAE5-68B3-46D2-A633-B9CC2550CA18}" type="presParOf" srcId="{52EAB93B-A6BC-49C7-A15D-C9726866E6B5}" destId="{5A0CACB4-7360-4073-9133-7B610854F169}" srcOrd="1" destOrd="0" presId="urn:microsoft.com/office/officeart/2016/7/layout/LinearBlockProcessNumbered"/>
    <dgm:cxn modelId="{2D856483-B444-4AD4-924D-51265DC3A527}" type="presParOf" srcId="{52EAB93B-A6BC-49C7-A15D-C9726866E6B5}" destId="{39AC6F0C-9F77-4350-9A94-5512D7BB84AC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3A6BD4-857F-4C66-97FA-B1E1C180A950}">
      <dsp:nvSpPr>
        <dsp:cNvPr id="0" name=""/>
        <dsp:cNvSpPr/>
      </dsp:nvSpPr>
      <dsp:spPr>
        <a:xfrm>
          <a:off x="6762" y="784691"/>
          <a:ext cx="2114124" cy="253694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828" tIns="0" rIns="208828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PROBLEM STATEMENT</a:t>
          </a:r>
        </a:p>
      </dsp:txBody>
      <dsp:txXfrm>
        <a:off x="6762" y="1799471"/>
        <a:ext cx="2114124" cy="1522169"/>
      </dsp:txXfrm>
    </dsp:sp>
    <dsp:sp modelId="{BBA91679-4684-4A04-8AEB-03038C78A75C}">
      <dsp:nvSpPr>
        <dsp:cNvPr id="0" name=""/>
        <dsp:cNvSpPr/>
      </dsp:nvSpPr>
      <dsp:spPr>
        <a:xfrm>
          <a:off x="6762" y="784691"/>
          <a:ext cx="2114124" cy="1014779"/>
        </a:xfrm>
        <a:prstGeom prst="rect">
          <a:avLst/>
        </a:prstGeom>
        <a:noFill/>
        <a:ln w="19050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828" tIns="165100" rIns="208828" bIns="16510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01</a:t>
          </a:r>
          <a:endParaRPr lang="en-US" sz="4900" kern="1200" dirty="0"/>
        </a:p>
      </dsp:txBody>
      <dsp:txXfrm>
        <a:off x="6762" y="784691"/>
        <a:ext cx="2114124" cy="1014779"/>
      </dsp:txXfrm>
    </dsp:sp>
    <dsp:sp modelId="{00AE7F27-0E5D-4AFB-ACD6-B5A19E79EA42}">
      <dsp:nvSpPr>
        <dsp:cNvPr id="0" name=""/>
        <dsp:cNvSpPr/>
      </dsp:nvSpPr>
      <dsp:spPr>
        <a:xfrm>
          <a:off x="2290017" y="784691"/>
          <a:ext cx="2114124" cy="253694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828" tIns="0" rIns="208828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PROPORSED SOLUTION</a:t>
          </a:r>
        </a:p>
      </dsp:txBody>
      <dsp:txXfrm>
        <a:off x="2290017" y="1799471"/>
        <a:ext cx="2114124" cy="1522169"/>
      </dsp:txXfrm>
    </dsp:sp>
    <dsp:sp modelId="{975C752B-C37A-4BA6-A3AE-2202A141404A}">
      <dsp:nvSpPr>
        <dsp:cNvPr id="0" name=""/>
        <dsp:cNvSpPr/>
      </dsp:nvSpPr>
      <dsp:spPr>
        <a:xfrm>
          <a:off x="2290017" y="784691"/>
          <a:ext cx="2114124" cy="1014779"/>
        </a:xfrm>
        <a:prstGeom prst="rect">
          <a:avLst/>
        </a:prstGeom>
        <a:noFill/>
        <a:ln w="19050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828" tIns="165100" rIns="208828" bIns="16510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02</a:t>
          </a:r>
        </a:p>
      </dsp:txBody>
      <dsp:txXfrm>
        <a:off x="2290017" y="784691"/>
        <a:ext cx="2114124" cy="1014779"/>
      </dsp:txXfrm>
    </dsp:sp>
    <dsp:sp modelId="{CAD62F17-E99D-4FEF-B376-961CA4CB20EB}">
      <dsp:nvSpPr>
        <dsp:cNvPr id="0" name=""/>
        <dsp:cNvSpPr/>
      </dsp:nvSpPr>
      <dsp:spPr>
        <a:xfrm>
          <a:off x="4573271" y="784691"/>
          <a:ext cx="2114124" cy="253694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828" tIns="0" rIns="208828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EXPECTED BENEFITS</a:t>
          </a:r>
        </a:p>
      </dsp:txBody>
      <dsp:txXfrm>
        <a:off x="4573271" y="1799471"/>
        <a:ext cx="2114124" cy="1522169"/>
      </dsp:txXfrm>
    </dsp:sp>
    <dsp:sp modelId="{E20811D6-E5D4-4C9E-AABF-9E0E1902CA2C}">
      <dsp:nvSpPr>
        <dsp:cNvPr id="0" name=""/>
        <dsp:cNvSpPr/>
      </dsp:nvSpPr>
      <dsp:spPr>
        <a:xfrm>
          <a:off x="4573271" y="784691"/>
          <a:ext cx="2114124" cy="1014779"/>
        </a:xfrm>
        <a:prstGeom prst="rect">
          <a:avLst/>
        </a:prstGeom>
        <a:noFill/>
        <a:ln w="19050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828" tIns="165100" rIns="208828" bIns="16510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03</a:t>
          </a:r>
        </a:p>
      </dsp:txBody>
      <dsp:txXfrm>
        <a:off x="4573271" y="784691"/>
        <a:ext cx="2114124" cy="1014779"/>
      </dsp:txXfrm>
    </dsp:sp>
    <dsp:sp modelId="{1A8231B4-5618-4C71-A545-CCD5D816D541}">
      <dsp:nvSpPr>
        <dsp:cNvPr id="0" name=""/>
        <dsp:cNvSpPr/>
      </dsp:nvSpPr>
      <dsp:spPr>
        <a:xfrm>
          <a:off x="6856525" y="784691"/>
          <a:ext cx="2114124" cy="253694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828" tIns="0" rIns="208828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BUSINESS VALUE</a:t>
          </a:r>
          <a:endParaRPr lang="en-US" sz="1800" kern="1200" dirty="0"/>
        </a:p>
      </dsp:txBody>
      <dsp:txXfrm>
        <a:off x="6856525" y="1799471"/>
        <a:ext cx="2114124" cy="1522169"/>
      </dsp:txXfrm>
    </dsp:sp>
    <dsp:sp modelId="{1FA1E9F8-F7F5-4301-A220-BAC00E2DC578}">
      <dsp:nvSpPr>
        <dsp:cNvPr id="0" name=""/>
        <dsp:cNvSpPr/>
      </dsp:nvSpPr>
      <dsp:spPr>
        <a:xfrm>
          <a:off x="6856525" y="784691"/>
          <a:ext cx="2114124" cy="1014779"/>
        </a:xfrm>
        <a:prstGeom prst="rect">
          <a:avLst/>
        </a:prstGeom>
        <a:noFill/>
        <a:ln w="19050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828" tIns="165100" rIns="208828" bIns="16510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04</a:t>
          </a:r>
        </a:p>
      </dsp:txBody>
      <dsp:txXfrm>
        <a:off x="6856525" y="784691"/>
        <a:ext cx="2114124" cy="1014779"/>
      </dsp:txXfrm>
    </dsp:sp>
    <dsp:sp modelId="{F45CA84F-07A9-454F-A380-87316291D246}">
      <dsp:nvSpPr>
        <dsp:cNvPr id="0" name=""/>
        <dsp:cNvSpPr/>
      </dsp:nvSpPr>
      <dsp:spPr>
        <a:xfrm>
          <a:off x="9139779" y="784691"/>
          <a:ext cx="2114124" cy="253694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828" tIns="0" rIns="208828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COST CONSIDERATIONS</a:t>
          </a:r>
          <a:endParaRPr lang="en-US" sz="1800" kern="1200" dirty="0"/>
        </a:p>
      </dsp:txBody>
      <dsp:txXfrm>
        <a:off x="9139779" y="1799471"/>
        <a:ext cx="2114124" cy="1522169"/>
      </dsp:txXfrm>
    </dsp:sp>
    <dsp:sp modelId="{5A0CACB4-7360-4073-9133-7B610854F169}">
      <dsp:nvSpPr>
        <dsp:cNvPr id="0" name=""/>
        <dsp:cNvSpPr/>
      </dsp:nvSpPr>
      <dsp:spPr>
        <a:xfrm>
          <a:off x="9139779" y="784691"/>
          <a:ext cx="2114124" cy="1014779"/>
        </a:xfrm>
        <a:prstGeom prst="rect">
          <a:avLst/>
        </a:prstGeom>
        <a:noFill/>
        <a:ln w="19050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828" tIns="165100" rIns="208828" bIns="16510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05</a:t>
          </a:r>
        </a:p>
      </dsp:txBody>
      <dsp:txXfrm>
        <a:off x="9139779" y="784691"/>
        <a:ext cx="2114124" cy="101477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8231B4-5618-4C71-A545-CCD5D816D541}">
      <dsp:nvSpPr>
        <dsp:cNvPr id="0" name=""/>
        <dsp:cNvSpPr/>
      </dsp:nvSpPr>
      <dsp:spPr>
        <a:xfrm>
          <a:off x="3525" y="0"/>
          <a:ext cx="5420858" cy="2745921"/>
        </a:xfrm>
        <a:prstGeom prst="rect">
          <a:avLst/>
        </a:prstGeom>
        <a:solidFill>
          <a:schemeClr val="accent4"/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5460" tIns="0" rIns="535460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600" kern="1200" dirty="0"/>
            <a:t>ITERATION 1 – (INCEPTION PHASE) </a:t>
          </a:r>
        </a:p>
      </dsp:txBody>
      <dsp:txXfrm>
        <a:off x="3525" y="1098368"/>
        <a:ext cx="5420858" cy="1647552"/>
      </dsp:txXfrm>
    </dsp:sp>
    <dsp:sp modelId="{1FA1E9F8-F7F5-4301-A220-BAC00E2DC578}">
      <dsp:nvSpPr>
        <dsp:cNvPr id="0" name=""/>
        <dsp:cNvSpPr/>
      </dsp:nvSpPr>
      <dsp:spPr>
        <a:xfrm>
          <a:off x="3525" y="0"/>
          <a:ext cx="5420858" cy="1098368"/>
        </a:xfrm>
        <a:prstGeom prst="rect">
          <a:avLst/>
        </a:prstGeom>
        <a:noFill/>
        <a:ln w="19050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5460" tIns="165100" rIns="535460" bIns="16510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kern="1200"/>
            <a:t>01</a:t>
          </a:r>
        </a:p>
      </dsp:txBody>
      <dsp:txXfrm>
        <a:off x="3525" y="0"/>
        <a:ext cx="5420858" cy="1098368"/>
      </dsp:txXfrm>
    </dsp:sp>
    <dsp:sp modelId="{F45CA84F-07A9-454F-A380-87316291D246}">
      <dsp:nvSpPr>
        <dsp:cNvPr id="0" name=""/>
        <dsp:cNvSpPr/>
      </dsp:nvSpPr>
      <dsp:spPr>
        <a:xfrm>
          <a:off x="5858053" y="0"/>
          <a:ext cx="5420858" cy="274592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5460" tIns="0" rIns="535460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600" kern="1200" dirty="0"/>
            <a:t>FUTURE ITERATIONS</a:t>
          </a:r>
        </a:p>
      </dsp:txBody>
      <dsp:txXfrm>
        <a:off x="5858053" y="1098368"/>
        <a:ext cx="5420858" cy="1647552"/>
      </dsp:txXfrm>
    </dsp:sp>
    <dsp:sp modelId="{5A0CACB4-7360-4073-9133-7B610854F169}">
      <dsp:nvSpPr>
        <dsp:cNvPr id="0" name=""/>
        <dsp:cNvSpPr/>
      </dsp:nvSpPr>
      <dsp:spPr>
        <a:xfrm>
          <a:off x="5858053" y="0"/>
          <a:ext cx="5420858" cy="1098368"/>
        </a:xfrm>
        <a:prstGeom prst="rect">
          <a:avLst/>
        </a:prstGeom>
        <a:noFill/>
        <a:ln w="19050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5460" tIns="165100" rIns="535460" bIns="16510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kern="1200"/>
            <a:t>02</a:t>
          </a:r>
        </a:p>
      </dsp:txBody>
      <dsp:txXfrm>
        <a:off x="5858053" y="0"/>
        <a:ext cx="5420858" cy="10983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8231B4-5618-4C71-A545-CCD5D816D541}">
      <dsp:nvSpPr>
        <dsp:cNvPr id="0" name=""/>
        <dsp:cNvSpPr/>
      </dsp:nvSpPr>
      <dsp:spPr>
        <a:xfrm>
          <a:off x="3525" y="0"/>
          <a:ext cx="5420858" cy="2745921"/>
        </a:xfrm>
        <a:prstGeom prst="rect">
          <a:avLst/>
        </a:prstGeom>
        <a:solidFill>
          <a:schemeClr val="accent4"/>
        </a:solid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5460" tIns="0" rIns="535460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600" kern="1200" dirty="0"/>
            <a:t>FUNCTIONAL REQUIREMENTS</a:t>
          </a:r>
        </a:p>
      </dsp:txBody>
      <dsp:txXfrm>
        <a:off x="3525" y="1098368"/>
        <a:ext cx="5420858" cy="1647552"/>
      </dsp:txXfrm>
    </dsp:sp>
    <dsp:sp modelId="{1FA1E9F8-F7F5-4301-A220-BAC00E2DC578}">
      <dsp:nvSpPr>
        <dsp:cNvPr id="0" name=""/>
        <dsp:cNvSpPr/>
      </dsp:nvSpPr>
      <dsp:spPr>
        <a:xfrm>
          <a:off x="3525" y="0"/>
          <a:ext cx="5420858" cy="1098368"/>
        </a:xfrm>
        <a:prstGeom prst="rect">
          <a:avLst/>
        </a:prstGeom>
        <a:noFill/>
        <a:ln w="19050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5460" tIns="165100" rIns="535460" bIns="16510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kern="1200"/>
            <a:t>01</a:t>
          </a:r>
        </a:p>
      </dsp:txBody>
      <dsp:txXfrm>
        <a:off x="3525" y="0"/>
        <a:ext cx="5420858" cy="1098368"/>
      </dsp:txXfrm>
    </dsp:sp>
    <dsp:sp modelId="{F45CA84F-07A9-454F-A380-87316291D246}">
      <dsp:nvSpPr>
        <dsp:cNvPr id="0" name=""/>
        <dsp:cNvSpPr/>
      </dsp:nvSpPr>
      <dsp:spPr>
        <a:xfrm>
          <a:off x="5858053" y="0"/>
          <a:ext cx="5420858" cy="274592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5460" tIns="0" rIns="535460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600" kern="1200" dirty="0"/>
            <a:t>NON – FUNCTIONAL REQUIREMENTS</a:t>
          </a:r>
        </a:p>
      </dsp:txBody>
      <dsp:txXfrm>
        <a:off x="5858053" y="1098368"/>
        <a:ext cx="5420858" cy="1647552"/>
      </dsp:txXfrm>
    </dsp:sp>
    <dsp:sp modelId="{5A0CACB4-7360-4073-9133-7B610854F169}">
      <dsp:nvSpPr>
        <dsp:cNvPr id="0" name=""/>
        <dsp:cNvSpPr/>
      </dsp:nvSpPr>
      <dsp:spPr>
        <a:xfrm>
          <a:off x="5858053" y="0"/>
          <a:ext cx="5420858" cy="1098368"/>
        </a:xfrm>
        <a:prstGeom prst="rect">
          <a:avLst/>
        </a:prstGeom>
        <a:noFill/>
        <a:ln w="19050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5460" tIns="165100" rIns="535460" bIns="16510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kern="1200"/>
            <a:t>02</a:t>
          </a:r>
        </a:p>
      </dsp:txBody>
      <dsp:txXfrm>
        <a:off x="5858053" y="0"/>
        <a:ext cx="5420858" cy="109836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8231B4-5618-4C71-A545-CCD5D816D541}">
      <dsp:nvSpPr>
        <dsp:cNvPr id="0" name=""/>
        <dsp:cNvSpPr/>
      </dsp:nvSpPr>
      <dsp:spPr>
        <a:xfrm>
          <a:off x="3525" y="0"/>
          <a:ext cx="5420858" cy="2745921"/>
        </a:xfrm>
        <a:prstGeom prst="rect">
          <a:avLst/>
        </a:prstGeom>
        <a:solidFill>
          <a:schemeClr val="accent4"/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5460" tIns="0" rIns="535460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600" kern="1200" dirty="0"/>
            <a:t>RISK LIST</a:t>
          </a:r>
        </a:p>
      </dsp:txBody>
      <dsp:txXfrm>
        <a:off x="3525" y="1098368"/>
        <a:ext cx="5420858" cy="1647552"/>
      </dsp:txXfrm>
    </dsp:sp>
    <dsp:sp modelId="{1FA1E9F8-F7F5-4301-A220-BAC00E2DC578}">
      <dsp:nvSpPr>
        <dsp:cNvPr id="0" name=""/>
        <dsp:cNvSpPr/>
      </dsp:nvSpPr>
      <dsp:spPr>
        <a:xfrm>
          <a:off x="3525" y="0"/>
          <a:ext cx="5420858" cy="1098368"/>
        </a:xfrm>
        <a:prstGeom prst="rect">
          <a:avLst/>
        </a:prstGeom>
        <a:noFill/>
        <a:ln w="19050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5460" tIns="165100" rIns="535460" bIns="16510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kern="1200"/>
            <a:t>01</a:t>
          </a:r>
        </a:p>
      </dsp:txBody>
      <dsp:txXfrm>
        <a:off x="3525" y="0"/>
        <a:ext cx="5420858" cy="1098368"/>
      </dsp:txXfrm>
    </dsp:sp>
    <dsp:sp modelId="{F45CA84F-07A9-454F-A380-87316291D246}">
      <dsp:nvSpPr>
        <dsp:cNvPr id="0" name=""/>
        <dsp:cNvSpPr/>
      </dsp:nvSpPr>
      <dsp:spPr>
        <a:xfrm>
          <a:off x="5686591" y="0"/>
          <a:ext cx="5420858" cy="274592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5460" tIns="0" rIns="535460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600" kern="1200" dirty="0"/>
            <a:t>FEASIBILITY ANALYSIS</a:t>
          </a:r>
        </a:p>
      </dsp:txBody>
      <dsp:txXfrm>
        <a:off x="5686591" y="1098368"/>
        <a:ext cx="5420858" cy="1647552"/>
      </dsp:txXfrm>
    </dsp:sp>
    <dsp:sp modelId="{5A0CACB4-7360-4073-9133-7B610854F169}">
      <dsp:nvSpPr>
        <dsp:cNvPr id="0" name=""/>
        <dsp:cNvSpPr/>
      </dsp:nvSpPr>
      <dsp:spPr>
        <a:xfrm>
          <a:off x="5858053" y="0"/>
          <a:ext cx="5420858" cy="1098368"/>
        </a:xfrm>
        <a:prstGeom prst="rect">
          <a:avLst/>
        </a:prstGeom>
        <a:noFill/>
        <a:ln w="19050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5460" tIns="165100" rIns="535460" bIns="16510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kern="1200"/>
            <a:t>02</a:t>
          </a:r>
        </a:p>
      </dsp:txBody>
      <dsp:txXfrm>
        <a:off x="5858053" y="0"/>
        <a:ext cx="5420858" cy="10983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88D38747-4367-4BD2-8D51-C97E202738E2}" type="datetime1">
              <a:rPr lang="en-US" smtClean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768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910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91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9743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3/5/2026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85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3/5/2026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4385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3/5/2026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0160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901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366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212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823821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44631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77257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546687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360420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7916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821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73ED0CC-082F-4160-86E5-0D6041F12778}" type="datetime1">
              <a:rPr lang="en-US" smtClean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3484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microsoft.com/office/2007/relationships/hdphoto" Target="../media/hdphoto1.wdp"/><Relationship Id="rId7" Type="http://schemas.openxmlformats.org/officeDocument/2006/relationships/diagramColors" Target="../diagrams/colors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cup, coffee, food, beverage&#10;&#10;Description automatically generated">
            <a:extLst>
              <a:ext uri="{FF2B5EF4-FFF2-40B4-BE49-F238E27FC236}">
                <a16:creationId xmlns:a16="http://schemas.microsoft.com/office/drawing/2014/main" id="{91BC5572-FC33-4C1C-8DEE-C2CF75A756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97951" y="65324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121" y="1053194"/>
            <a:ext cx="11919858" cy="2682308"/>
          </a:xfrm>
        </p:spPr>
        <p:txBody>
          <a:bodyPr>
            <a:normAutofit/>
          </a:bodyPr>
          <a:lstStyle/>
          <a:p>
            <a:pPr algn="ctr"/>
            <a:r>
              <a:rPr lang="en-US" sz="7200" b="1" dirty="0"/>
              <a:t>ELECTRONIC/GADGET STORE POS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5983" y="3735502"/>
            <a:ext cx="9440034" cy="1397951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GROUP 22</a:t>
            </a:r>
          </a:p>
        </p:txBody>
      </p:sp>
    </p:spTree>
    <p:extLst>
      <p:ext uri="{BB962C8B-B14F-4D97-AF65-F5344CB8AC3E}">
        <p14:creationId xmlns:p14="http://schemas.microsoft.com/office/powerpoint/2010/main" val="63373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A748D-BEEC-43A4-BFF3-B31C0275A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133" y="626533"/>
            <a:ext cx="10343093" cy="1439334"/>
          </a:xfrm>
        </p:spPr>
        <p:txBody>
          <a:bodyPr>
            <a:normAutofit/>
          </a:bodyPr>
          <a:lstStyle/>
          <a:p>
            <a:r>
              <a:rPr lang="en-US" sz="4800" dirty="0"/>
              <a:t>BUSINESS CASE</a:t>
            </a: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AED04DAF-1E3F-4397-8834-E64118E9B2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052512"/>
              </p:ext>
            </p:extLst>
          </p:nvPr>
        </p:nvGraphicFramePr>
        <p:xfrm>
          <a:off x="474133" y="1684867"/>
          <a:ext cx="11260667" cy="4106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89089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7A72FC8-02DF-0BB8-76FE-F580826EFFEB}"/>
              </a:ext>
            </a:extLst>
          </p:cNvPr>
          <p:cNvSpPr>
            <a:spLocks noGrp="1"/>
          </p:cNvSpPr>
          <p:nvPr>
            <p:ph type="title"/>
          </p:nvPr>
        </p:nvSpPr>
        <p:spPr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softEdge rad="12700"/>
          </a:effectLst>
        </p:spPr>
        <p:txBody>
          <a:bodyPr>
            <a:normAutofit/>
          </a:bodyPr>
          <a:lstStyle/>
          <a:p>
            <a:r>
              <a:rPr lang="en-US" sz="4800" b="1" dirty="0"/>
              <a:t>1. PROBLEM STATEMENT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ACE0B0-28F9-9949-6E7B-CB2EB99C6CB0}"/>
              </a:ext>
            </a:extLst>
          </p:cNvPr>
          <p:cNvSpPr txBox="1"/>
          <p:nvPr/>
        </p:nvSpPr>
        <p:spPr>
          <a:xfrm>
            <a:off x="685801" y="1981200"/>
            <a:ext cx="992293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Electronics retail businesses face challenges such 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Inaccurate inventory tracking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Slow checkout 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Poor reporting and sales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Lack of centralized sales records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Manual record-keeping in physical books</a:t>
            </a:r>
          </a:p>
        </p:txBody>
      </p:sp>
    </p:spTree>
    <p:extLst>
      <p:ext uri="{BB962C8B-B14F-4D97-AF65-F5344CB8AC3E}">
        <p14:creationId xmlns:p14="http://schemas.microsoft.com/office/powerpoint/2010/main" val="3113424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90054-8B73-8777-A46F-1F5F7AE9A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FFEB02A-A8C9-F296-1547-16446E271630}"/>
              </a:ext>
            </a:extLst>
          </p:cNvPr>
          <p:cNvSpPr>
            <a:spLocks noGrp="1"/>
          </p:cNvSpPr>
          <p:nvPr>
            <p:ph type="title"/>
          </p:nvPr>
        </p:nvSpPr>
        <p:spPr>
          <a:gradFill flip="none" rotWithShape="1">
            <a:gsLst>
              <a:gs pos="0">
                <a:schemeClr val="accent3">
                  <a:shade val="30000"/>
                  <a:satMod val="115000"/>
                </a:schemeClr>
              </a:gs>
              <a:gs pos="50000">
                <a:schemeClr val="accent3">
                  <a:shade val="67500"/>
                  <a:satMod val="115000"/>
                </a:schemeClr>
              </a:gs>
              <a:gs pos="100000">
                <a:schemeClr val="accent3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softEdge rad="12700"/>
          </a:effectLst>
        </p:spPr>
        <p:txBody>
          <a:bodyPr>
            <a:normAutofit/>
          </a:bodyPr>
          <a:lstStyle/>
          <a:p>
            <a:r>
              <a:rPr lang="en-US" sz="4800" b="1" dirty="0"/>
              <a:t>2. Proposed Solution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281B21-526C-2BEA-F06D-89B9667C4213}"/>
              </a:ext>
            </a:extLst>
          </p:cNvPr>
          <p:cNvSpPr txBox="1"/>
          <p:nvPr/>
        </p:nvSpPr>
        <p:spPr>
          <a:xfrm>
            <a:off x="685801" y="1981200"/>
            <a:ext cx="992293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Develop a Point of Sale (POS) system that automates: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Sales 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Inventory updates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Report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User management</a:t>
            </a:r>
          </a:p>
        </p:txBody>
      </p:sp>
    </p:spTree>
    <p:extLst>
      <p:ext uri="{BB962C8B-B14F-4D97-AF65-F5344CB8AC3E}">
        <p14:creationId xmlns:p14="http://schemas.microsoft.com/office/powerpoint/2010/main" val="359098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3D603-EC63-F5B4-2AB9-44D2CB6D6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19CE06-3D68-9DBC-53DF-50E7713749C6}"/>
              </a:ext>
            </a:extLst>
          </p:cNvPr>
          <p:cNvSpPr>
            <a:spLocks noGrp="1"/>
          </p:cNvSpPr>
          <p:nvPr>
            <p:ph type="title"/>
          </p:nvPr>
        </p:nvSpPr>
        <p:spPr>
          <a:gradFill flip="none" rotWithShape="1">
            <a:gsLst>
              <a:gs pos="0">
                <a:schemeClr val="accent4">
                  <a:shade val="30000"/>
                  <a:satMod val="115000"/>
                </a:schemeClr>
              </a:gs>
              <a:gs pos="50000">
                <a:schemeClr val="accent4">
                  <a:shade val="67500"/>
                  <a:satMod val="115000"/>
                </a:schemeClr>
              </a:gs>
              <a:gs pos="100000">
                <a:schemeClr val="accent4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softEdge rad="12700"/>
          </a:effectLst>
        </p:spPr>
        <p:txBody>
          <a:bodyPr>
            <a:normAutofit/>
          </a:bodyPr>
          <a:lstStyle/>
          <a:p>
            <a:r>
              <a:rPr lang="en-US" sz="4800" b="1" dirty="0"/>
              <a:t>3. Expected Benefits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AE8916-C877-21D3-D38D-4A72CC290563}"/>
              </a:ext>
            </a:extLst>
          </p:cNvPr>
          <p:cNvSpPr txBox="1"/>
          <p:nvPr/>
        </p:nvSpPr>
        <p:spPr>
          <a:xfrm>
            <a:off x="685801" y="1981200"/>
            <a:ext cx="992293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Faster transaction processing</a:t>
            </a:r>
          </a:p>
          <a:p>
            <a:r>
              <a:rPr lang="en-US" sz="3600" dirty="0"/>
              <a:t>Real-time inventory updates</a:t>
            </a:r>
          </a:p>
          <a:p>
            <a:r>
              <a:rPr lang="en-US" sz="3600" dirty="0"/>
              <a:t>Accurate sales reporting</a:t>
            </a:r>
          </a:p>
          <a:p>
            <a:r>
              <a:rPr lang="en-US" sz="3600" dirty="0"/>
              <a:t>Improved decision-making</a:t>
            </a:r>
          </a:p>
          <a:p>
            <a:r>
              <a:rPr lang="en-US" sz="3600" dirty="0"/>
              <a:t>Reduced operational errors</a:t>
            </a:r>
          </a:p>
        </p:txBody>
      </p:sp>
    </p:spTree>
    <p:extLst>
      <p:ext uri="{BB962C8B-B14F-4D97-AF65-F5344CB8AC3E}">
        <p14:creationId xmlns:p14="http://schemas.microsoft.com/office/powerpoint/2010/main" val="2608818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75ED0-2337-EE85-10CA-852A99244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790D14C-C8AC-D05B-2D21-8E7E1DF955A5}"/>
              </a:ext>
            </a:extLst>
          </p:cNvPr>
          <p:cNvSpPr>
            <a:spLocks noGrp="1"/>
          </p:cNvSpPr>
          <p:nvPr>
            <p:ph type="title"/>
          </p:nvPr>
        </p:nvSpPr>
        <p:spPr>
          <a:gradFill flip="none" rotWithShape="1">
            <a:gsLst>
              <a:gs pos="0">
                <a:schemeClr val="accent5">
                  <a:shade val="30000"/>
                  <a:satMod val="115000"/>
                </a:schemeClr>
              </a:gs>
              <a:gs pos="50000">
                <a:schemeClr val="accent5">
                  <a:shade val="67500"/>
                  <a:satMod val="115000"/>
                </a:schemeClr>
              </a:gs>
              <a:gs pos="100000">
                <a:schemeClr val="accent5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softEdge rad="12700"/>
          </a:effectLst>
        </p:spPr>
        <p:txBody>
          <a:bodyPr>
            <a:normAutofit/>
          </a:bodyPr>
          <a:lstStyle/>
          <a:p>
            <a:r>
              <a:rPr lang="en-US" sz="4800" b="1" dirty="0"/>
              <a:t>4. Business Value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0EA3DC-E11F-EA9F-69BF-5C8AF339574F}"/>
              </a:ext>
            </a:extLst>
          </p:cNvPr>
          <p:cNvSpPr txBox="1"/>
          <p:nvPr/>
        </p:nvSpPr>
        <p:spPr>
          <a:xfrm>
            <a:off x="685801" y="1981200"/>
            <a:ext cx="992293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The system will: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Increase operational efficiency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Improve customer satisfaction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Reduce losses from stock mismanagement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Support business growth through better analytics</a:t>
            </a:r>
          </a:p>
        </p:txBody>
      </p:sp>
    </p:spTree>
    <p:extLst>
      <p:ext uri="{BB962C8B-B14F-4D97-AF65-F5344CB8AC3E}">
        <p14:creationId xmlns:p14="http://schemas.microsoft.com/office/powerpoint/2010/main" val="3428277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E4E80-8AA8-D39E-8C56-D3C7B9DCF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CF2BDAC-F130-185F-4C6A-CB08EC8A2526}"/>
              </a:ext>
            </a:extLst>
          </p:cNvPr>
          <p:cNvSpPr>
            <a:spLocks noGrp="1"/>
          </p:cNvSpPr>
          <p:nvPr>
            <p:ph type="title"/>
          </p:nvPr>
        </p:nvSpPr>
        <p:spPr>
          <a:gradFill flip="none" rotWithShape="1">
            <a:gsLst>
              <a:gs pos="0">
                <a:schemeClr val="accent6">
                  <a:shade val="30000"/>
                  <a:satMod val="115000"/>
                </a:schemeClr>
              </a:gs>
              <a:gs pos="50000">
                <a:schemeClr val="accent6">
                  <a:shade val="67500"/>
                  <a:satMod val="115000"/>
                </a:schemeClr>
              </a:gs>
              <a:gs pos="100000">
                <a:schemeClr val="accent6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softEdge rad="12700"/>
          </a:effectLst>
        </p:spPr>
        <p:txBody>
          <a:bodyPr>
            <a:normAutofit/>
          </a:bodyPr>
          <a:lstStyle/>
          <a:p>
            <a:r>
              <a:rPr lang="en-US" sz="4800" b="1" dirty="0"/>
              <a:t>5. Cost Considerations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09B027-651C-668D-B7D2-8D620077AA32}"/>
              </a:ext>
            </a:extLst>
          </p:cNvPr>
          <p:cNvSpPr txBox="1"/>
          <p:nvPr/>
        </p:nvSpPr>
        <p:spPr>
          <a:xfrm>
            <a:off x="685801" y="1981200"/>
            <a:ext cx="992293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Development time and effort = 7-8 weeks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Deployment infrastructure = vs code, next.js, firebase and </a:t>
            </a:r>
            <a:r>
              <a:rPr lang="en-US" sz="3600" dirty="0" err="1"/>
              <a:t>vercel</a:t>
            </a:r>
            <a:r>
              <a:rPr lang="en-US" sz="3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Maintenance and upgrades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Total system cost = K3,500</a:t>
            </a:r>
          </a:p>
          <a:p>
            <a:r>
              <a:rPr lang="en-US" sz="36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Conclusion: The long-term operational benefits outweigh development costs.</a:t>
            </a:r>
          </a:p>
        </p:txBody>
      </p:sp>
    </p:spTree>
    <p:extLst>
      <p:ext uri="{BB962C8B-B14F-4D97-AF65-F5344CB8AC3E}">
        <p14:creationId xmlns:p14="http://schemas.microsoft.com/office/powerpoint/2010/main" val="529059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7058D-FD6A-B803-9CD1-096C28CFA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58061-B2CB-8A93-4EFF-63BB52176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133" y="626533"/>
            <a:ext cx="10343093" cy="1439334"/>
          </a:xfrm>
        </p:spPr>
        <p:txBody>
          <a:bodyPr>
            <a:normAutofit/>
          </a:bodyPr>
          <a:lstStyle/>
          <a:p>
            <a:r>
              <a:rPr lang="en-US" sz="4800" dirty="0"/>
              <a:t>Iteration plan</a:t>
            </a: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892A0BCE-7E94-B1E0-6D52-D0835FDA3C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6159225"/>
              </p:ext>
            </p:extLst>
          </p:nvPr>
        </p:nvGraphicFramePr>
        <p:xfrm>
          <a:off x="474133" y="2046213"/>
          <a:ext cx="11282438" cy="27459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98680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7B25C-0613-28DC-B552-825746379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E2EE56B-5A37-3EAC-BB92-30EE3E9805EE}"/>
              </a:ext>
            </a:extLst>
          </p:cNvPr>
          <p:cNvSpPr>
            <a:spLocks noGrp="1"/>
          </p:cNvSpPr>
          <p:nvPr>
            <p:ph type="title"/>
          </p:nvPr>
        </p:nvSpPr>
        <p:spPr>
          <a:gradFill flip="none" rotWithShape="1">
            <a:gsLst>
              <a:gs pos="0">
                <a:schemeClr val="accent4">
                  <a:shade val="30000"/>
                  <a:satMod val="115000"/>
                </a:schemeClr>
              </a:gs>
              <a:gs pos="50000">
                <a:schemeClr val="accent4">
                  <a:shade val="67500"/>
                  <a:satMod val="115000"/>
                </a:schemeClr>
              </a:gs>
              <a:gs pos="100000">
                <a:schemeClr val="accent4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softEdge rad="12700"/>
          </a:effectLst>
        </p:spPr>
        <p:txBody>
          <a:bodyPr>
            <a:normAutofit/>
          </a:bodyPr>
          <a:lstStyle/>
          <a:p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Iteration 1 – Inception </a:t>
            </a:r>
            <a:b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(The is the Current Phase)</a:t>
            </a:r>
            <a:endParaRPr lang="en-US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32D12B-1368-FDB2-D10F-AB4ED8BD7B58}"/>
              </a:ext>
            </a:extLst>
          </p:cNvPr>
          <p:cNvSpPr txBox="1"/>
          <p:nvPr/>
        </p:nvSpPr>
        <p:spPr>
          <a:xfrm>
            <a:off x="685800" y="1981199"/>
            <a:ext cx="101314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OBLECTIVES: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Define project scope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Identify stakeholders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Develop high-level requirements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Identify major risks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Prepare initial project documentation</a:t>
            </a:r>
          </a:p>
        </p:txBody>
      </p:sp>
    </p:spTree>
    <p:extLst>
      <p:ext uri="{BB962C8B-B14F-4D97-AF65-F5344CB8AC3E}">
        <p14:creationId xmlns:p14="http://schemas.microsoft.com/office/powerpoint/2010/main" val="27474006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C47A5-4517-0E56-33D7-4D8A4A3A4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6EA902-C584-144E-1FA7-23F8C19D2F52}"/>
              </a:ext>
            </a:extLst>
          </p:cNvPr>
          <p:cNvSpPr txBox="1"/>
          <p:nvPr/>
        </p:nvSpPr>
        <p:spPr>
          <a:xfrm>
            <a:off x="742950" y="552449"/>
            <a:ext cx="10131425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DELIVERABLES:</a:t>
            </a:r>
          </a:p>
          <a:p>
            <a:r>
              <a:rPr lang="en-US" sz="3600" dirty="0"/>
              <a:t>Business case</a:t>
            </a:r>
          </a:p>
          <a:p>
            <a:r>
              <a:rPr lang="en-US" sz="3600" dirty="0"/>
              <a:t>High-level requirements</a:t>
            </a:r>
          </a:p>
          <a:p>
            <a:r>
              <a:rPr lang="en-US" sz="3600" dirty="0"/>
              <a:t>Use case list</a:t>
            </a:r>
          </a:p>
          <a:p>
            <a:r>
              <a:rPr lang="en-US" sz="3600" dirty="0"/>
              <a:t>Risk list</a:t>
            </a:r>
          </a:p>
          <a:p>
            <a:r>
              <a:rPr lang="en-US" sz="3600" dirty="0"/>
              <a:t>Iteration plan</a:t>
            </a:r>
          </a:p>
          <a:p>
            <a:endParaRPr lang="en-US" sz="3600" dirty="0"/>
          </a:p>
          <a:p>
            <a:r>
              <a:rPr lang="en-US" sz="4000" b="1" dirty="0"/>
              <a:t>DURATION:</a:t>
            </a:r>
            <a:endParaRPr lang="en-US" sz="3600" b="1" dirty="0"/>
          </a:p>
          <a:p>
            <a:r>
              <a:rPr lang="en-US" sz="3600" dirty="0"/>
              <a:t>2 weeks</a:t>
            </a:r>
          </a:p>
        </p:txBody>
      </p:sp>
    </p:spTree>
    <p:extLst>
      <p:ext uri="{BB962C8B-B14F-4D97-AF65-F5344CB8AC3E}">
        <p14:creationId xmlns:p14="http://schemas.microsoft.com/office/powerpoint/2010/main" val="9395275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5BDC9-C966-6CC2-BC53-311A95EC4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FA58B86-F657-7CCE-37F5-DA7932F10303}"/>
              </a:ext>
            </a:extLst>
          </p:cNvPr>
          <p:cNvSpPr>
            <a:spLocks noGrp="1"/>
          </p:cNvSpPr>
          <p:nvPr>
            <p:ph type="title"/>
          </p:nvPr>
        </p:nvSpPr>
        <p:spPr>
          <a:gradFill flip="none" rotWithShape="1">
            <a:gsLst>
              <a:gs pos="0">
                <a:schemeClr val="accent3">
                  <a:shade val="30000"/>
                  <a:satMod val="115000"/>
                </a:schemeClr>
              </a:gs>
              <a:gs pos="50000">
                <a:schemeClr val="accent3">
                  <a:shade val="67500"/>
                  <a:satMod val="115000"/>
                </a:schemeClr>
              </a:gs>
              <a:gs pos="100000">
                <a:schemeClr val="accent3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softEdge rad="12700"/>
          </a:effectLst>
        </p:spPr>
        <p:txBody>
          <a:bodyPr>
            <a:normAutofit/>
          </a:bodyPr>
          <a:lstStyle/>
          <a:p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Future Iterations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3E5FA9-983D-D2CF-726B-C112770B8C48}"/>
              </a:ext>
            </a:extLst>
          </p:cNvPr>
          <p:cNvSpPr txBox="1"/>
          <p:nvPr/>
        </p:nvSpPr>
        <p:spPr>
          <a:xfrm>
            <a:off x="685800" y="1981199"/>
            <a:ext cx="10131425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ELABORATION PHASE: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Refine requirements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Develop system architecture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Create UML diagrams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Build architectural prototype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Build an initial working prototype of the Gadget store POS for refinement in the construction phase</a:t>
            </a:r>
          </a:p>
        </p:txBody>
      </p:sp>
    </p:spTree>
    <p:extLst>
      <p:ext uri="{BB962C8B-B14F-4D97-AF65-F5344CB8AC3E}">
        <p14:creationId xmlns:p14="http://schemas.microsoft.com/office/powerpoint/2010/main" val="33563652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6D1F3-8B2F-0071-4563-DFCB0DB62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19BD15E-E6C8-EEBF-F1D8-F288CA183B7B}"/>
              </a:ext>
            </a:extLst>
          </p:cNvPr>
          <p:cNvSpPr txBox="1"/>
          <p:nvPr/>
        </p:nvSpPr>
        <p:spPr>
          <a:xfrm>
            <a:off x="563335" y="405492"/>
            <a:ext cx="10131425" cy="630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CONSTRUCTION PHASE: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Implement core modules: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/>
              <a:t>Sales processing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/>
              <a:t>Inventory management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/>
              <a:t>Reporting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Perform system testing</a:t>
            </a:r>
          </a:p>
          <a:p>
            <a:endParaRPr lang="en-US" sz="3600" dirty="0"/>
          </a:p>
          <a:p>
            <a:r>
              <a:rPr lang="en-US" sz="4000" b="1" dirty="0"/>
              <a:t>DEPLOYMENT PHASE: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Deployment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User training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System evaluation</a:t>
            </a:r>
          </a:p>
        </p:txBody>
      </p:sp>
    </p:spTree>
    <p:extLst>
      <p:ext uri="{BB962C8B-B14F-4D97-AF65-F5344CB8AC3E}">
        <p14:creationId xmlns:p14="http://schemas.microsoft.com/office/powerpoint/2010/main" val="492212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2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17FD01-5A15-513D-7C74-1D4D57505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5516A-292C-0489-B983-B078B437B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133" y="626532"/>
            <a:ext cx="11282438" cy="1419681"/>
          </a:xfrm>
          <a:solidFill>
            <a:schemeClr val="bg1">
              <a:alpha val="51000"/>
            </a:schemeClr>
          </a:solidFill>
        </p:spPr>
        <p:txBody>
          <a:bodyPr>
            <a:normAutofit/>
          </a:bodyPr>
          <a:lstStyle/>
          <a:p>
            <a:r>
              <a:rPr lang="en-US" sz="4800" dirty="0"/>
              <a:t>High-Level Requirements</a:t>
            </a: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B3F98E13-ECC6-0990-86D4-75192D4927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9826914"/>
              </p:ext>
            </p:extLst>
          </p:nvPr>
        </p:nvGraphicFramePr>
        <p:xfrm>
          <a:off x="474133" y="2046213"/>
          <a:ext cx="11282438" cy="27459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2712953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2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67230D-74D7-83CD-79FE-92C73ECF3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1EA13DD-5E04-6FE2-472F-E674394A580C}"/>
              </a:ext>
            </a:extLst>
          </p:cNvPr>
          <p:cNvSpPr txBox="1"/>
          <p:nvPr/>
        </p:nvSpPr>
        <p:spPr>
          <a:xfrm>
            <a:off x="685800" y="2055630"/>
            <a:ext cx="10662557" cy="4154984"/>
          </a:xfrm>
          <a:prstGeom prst="rect">
            <a:avLst/>
          </a:prstGeom>
          <a:solidFill>
            <a:schemeClr val="bg1">
              <a:alpha val="66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The system shall allow a cashier to process sales transactions by scanning the barcode and allowing online payment.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The system shall update inventory automatically after each sale.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The system shall allow managers to add, edit, and delete products.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The system shall generate daily, weekly, and monthly sales reports.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The system shall manage user accounts and roles (Admin, Manager, Cashier).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The system shall allow product search by name, category, or barcode.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The gadget store system should be able to communicate with other systems.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The system shall allow staff to remove discontinued products from the inventory.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The system shall allow the admin to create, disable or remove user(cashier) accounts.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0EE094CC-9796-3102-E373-888551884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662556" cy="1456267"/>
          </a:xfrm>
          <a:solidFill>
            <a:schemeClr val="accent4">
              <a:alpha val="85000"/>
            </a:schemeClr>
          </a:solidFill>
          <a:ln>
            <a:noFill/>
          </a:ln>
          <a:effectLst>
            <a:softEdge rad="12700"/>
          </a:effectLst>
        </p:spPr>
        <p:txBody>
          <a:bodyPr>
            <a:normAutofit/>
          </a:bodyPr>
          <a:lstStyle/>
          <a:p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Functional Requirements</a:t>
            </a:r>
          </a:p>
        </p:txBody>
      </p:sp>
    </p:spTree>
    <p:extLst>
      <p:ext uri="{BB962C8B-B14F-4D97-AF65-F5344CB8AC3E}">
        <p14:creationId xmlns:p14="http://schemas.microsoft.com/office/powerpoint/2010/main" val="8087294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2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F74769-B479-1469-CE5F-E648EFE57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515DF23-FBF5-28A4-1F59-0EE9FF32F79D}"/>
              </a:ext>
            </a:extLst>
          </p:cNvPr>
          <p:cNvSpPr txBox="1"/>
          <p:nvPr/>
        </p:nvSpPr>
        <p:spPr>
          <a:xfrm>
            <a:off x="685800" y="2055630"/>
            <a:ext cx="10662557" cy="3970318"/>
          </a:xfrm>
          <a:prstGeom prst="rect">
            <a:avLst/>
          </a:prstGeom>
          <a:solidFill>
            <a:schemeClr val="bg1">
              <a:alpha val="66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The system shall process transactions within 2 seconds.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The system shall ensure data security through authentication and role-based access control.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The system shall be user-friendly and easy to learn.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The system shall maintain data integrity and prevent data loss.</a:t>
            </a:r>
            <a:endParaRPr lang="en-US" sz="4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The system shall be scalable for future expansion.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The system should be able to work both online (to send reports and summaries of gadget stock levels to the cloud) and offline (during network interruption periods - so that gadget sales continue.)</a:t>
            </a:r>
            <a:endParaRPr lang="en-US" sz="6600" dirty="0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8D832C62-9C65-C8A5-46F6-0DDD916A6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662556" cy="1456267"/>
          </a:xfrm>
          <a:solidFill>
            <a:schemeClr val="accent4">
              <a:alpha val="85000"/>
            </a:schemeClr>
          </a:solidFill>
          <a:ln>
            <a:noFill/>
          </a:ln>
          <a:effectLst>
            <a:softEdge rad="12700"/>
          </a:effectLst>
        </p:spPr>
        <p:txBody>
          <a:bodyPr>
            <a:normAutofit/>
          </a:bodyPr>
          <a:lstStyle/>
          <a:p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Non-Functional Requirements</a:t>
            </a:r>
          </a:p>
        </p:txBody>
      </p:sp>
    </p:spTree>
    <p:extLst>
      <p:ext uri="{BB962C8B-B14F-4D97-AF65-F5344CB8AC3E}">
        <p14:creationId xmlns:p14="http://schemas.microsoft.com/office/powerpoint/2010/main" val="26870923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16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D01DF0-26B5-3A94-755F-393BC3507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835F2F56-D757-337F-01DF-257A7AC85141}"/>
              </a:ext>
            </a:extLst>
          </p:cNvPr>
          <p:cNvSpPr/>
          <p:nvPr/>
        </p:nvSpPr>
        <p:spPr>
          <a:xfrm rot="13850754">
            <a:off x="4234326" y="1535553"/>
            <a:ext cx="6858001" cy="6096000"/>
          </a:xfrm>
          <a:prstGeom prst="triangle">
            <a:avLst>
              <a:gd name="adj" fmla="val 43692"/>
            </a:avLst>
          </a:prstGeom>
          <a:solidFill>
            <a:schemeClr val="bg1">
              <a:alpha val="23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307D381B-1B84-DDFD-B96E-050AD062F35C}"/>
              </a:ext>
            </a:extLst>
          </p:cNvPr>
          <p:cNvSpPr/>
          <p:nvPr/>
        </p:nvSpPr>
        <p:spPr>
          <a:xfrm rot="5400000">
            <a:off x="-381001" y="381002"/>
            <a:ext cx="6858001" cy="6096000"/>
          </a:xfrm>
          <a:prstGeom prst="triangle">
            <a:avLst/>
          </a:prstGeom>
          <a:solidFill>
            <a:schemeClr val="tx1">
              <a:alpha val="28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437CF5B-D157-1382-1A09-E2F6DE866890}"/>
              </a:ext>
            </a:extLst>
          </p:cNvPr>
          <p:cNvSpPr/>
          <p:nvPr/>
        </p:nvSpPr>
        <p:spPr>
          <a:xfrm>
            <a:off x="857249" y="800099"/>
            <a:ext cx="10360479" cy="1273630"/>
          </a:xfrm>
          <a:prstGeom prst="rect">
            <a:avLst/>
          </a:prstGeom>
          <a:solidFill>
            <a:schemeClr val="bg1"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95130F-2E43-F28A-55BF-46CA8DD455EF}"/>
              </a:ext>
            </a:extLst>
          </p:cNvPr>
          <p:cNvSpPr txBox="1"/>
          <p:nvPr/>
        </p:nvSpPr>
        <p:spPr>
          <a:xfrm>
            <a:off x="857249" y="1021415"/>
            <a:ext cx="10349160" cy="830997"/>
          </a:xfrm>
          <a:prstGeom prst="rect">
            <a:avLst/>
          </a:prstGeom>
          <a:solidFill>
            <a:schemeClr val="bg1">
              <a:alpha val="53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+mj-lt"/>
              </a:rPr>
              <a:t>HIGH – LEVEL USE CASES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FEA1DC2-C00C-E748-7EDC-3539B5F946B3}"/>
              </a:ext>
            </a:extLst>
          </p:cNvPr>
          <p:cNvSpPr/>
          <p:nvPr/>
        </p:nvSpPr>
        <p:spPr>
          <a:xfrm>
            <a:off x="6115376" y="2073728"/>
            <a:ext cx="5102352" cy="3845378"/>
          </a:xfrm>
          <a:prstGeom prst="rect">
            <a:avLst/>
          </a:prstGeom>
          <a:solidFill>
            <a:schemeClr val="bg1"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405868-D9D9-FB0D-2088-86B77426FF9F}"/>
              </a:ext>
            </a:extLst>
          </p:cNvPr>
          <p:cNvSpPr/>
          <p:nvPr/>
        </p:nvSpPr>
        <p:spPr>
          <a:xfrm>
            <a:off x="857248" y="2073729"/>
            <a:ext cx="5102352" cy="3845378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B45DC5-5246-AF6B-B059-9E3236C04BD2}"/>
              </a:ext>
            </a:extLst>
          </p:cNvPr>
          <p:cNvSpPr txBox="1"/>
          <p:nvPr/>
        </p:nvSpPr>
        <p:spPr>
          <a:xfrm>
            <a:off x="857248" y="2171703"/>
            <a:ext cx="5102352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1. Process Sale</a:t>
            </a:r>
          </a:p>
          <a:p>
            <a:r>
              <a:rPr lang="en-US" sz="3200" b="1" dirty="0"/>
              <a:t>Primary Actor:</a:t>
            </a:r>
            <a:r>
              <a:rPr lang="en-US" sz="3200" dirty="0"/>
              <a:t> Cashier</a:t>
            </a:r>
          </a:p>
          <a:p>
            <a:br>
              <a:rPr lang="en-US" sz="3200" dirty="0"/>
            </a:br>
            <a:r>
              <a:rPr lang="en-US" sz="3200" b="1" dirty="0"/>
              <a:t>Description:</a:t>
            </a:r>
            <a:r>
              <a:rPr lang="en-US" sz="3200" dirty="0"/>
              <a:t> The cashier scans products, calculates total amount, processes payment, and prints receipt.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B0F888-9D4D-A3ED-A54D-5BAA5D3FC35E}"/>
              </a:ext>
            </a:extLst>
          </p:cNvPr>
          <p:cNvSpPr txBox="1"/>
          <p:nvPr/>
        </p:nvSpPr>
        <p:spPr>
          <a:xfrm>
            <a:off x="6115376" y="2174283"/>
            <a:ext cx="5102352" cy="3431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2. Manage Inventory</a:t>
            </a:r>
            <a:endParaRPr lang="en-US" sz="400" dirty="0"/>
          </a:p>
          <a:p>
            <a:r>
              <a:rPr lang="en-US" sz="3200" b="1" dirty="0"/>
              <a:t>Primary Actor:</a:t>
            </a:r>
            <a:r>
              <a:rPr lang="en-US" sz="3200" dirty="0"/>
              <a:t> Manager</a:t>
            </a:r>
          </a:p>
          <a:p>
            <a:br>
              <a:rPr lang="en-US" sz="4800" dirty="0"/>
            </a:br>
            <a:r>
              <a:rPr lang="en-US" sz="3200" b="1" dirty="0"/>
              <a:t>Description:</a:t>
            </a:r>
            <a:r>
              <a:rPr lang="en-US" sz="3200" dirty="0"/>
              <a:t> The manager adds, updates, or removes products from the system.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3625455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16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066E47-4DF3-E5EE-59B9-DC65816C8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5665E69C-1FC8-0BAD-763D-3059AF9D99FA}"/>
              </a:ext>
            </a:extLst>
          </p:cNvPr>
          <p:cNvSpPr/>
          <p:nvPr/>
        </p:nvSpPr>
        <p:spPr>
          <a:xfrm rot="13850754">
            <a:off x="4234326" y="1535553"/>
            <a:ext cx="6858001" cy="6096000"/>
          </a:xfrm>
          <a:prstGeom prst="triangle">
            <a:avLst>
              <a:gd name="adj" fmla="val 43692"/>
            </a:avLst>
          </a:prstGeom>
          <a:solidFill>
            <a:schemeClr val="bg1">
              <a:alpha val="23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78CE966A-8261-32BD-9606-735C546FA383}"/>
              </a:ext>
            </a:extLst>
          </p:cNvPr>
          <p:cNvSpPr/>
          <p:nvPr/>
        </p:nvSpPr>
        <p:spPr>
          <a:xfrm rot="5400000">
            <a:off x="-381001" y="381002"/>
            <a:ext cx="6858001" cy="6096000"/>
          </a:xfrm>
          <a:prstGeom prst="triangle">
            <a:avLst/>
          </a:prstGeom>
          <a:solidFill>
            <a:schemeClr val="tx1">
              <a:alpha val="28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7E9EFE9-6C6C-D7A5-DE16-2D4F34DEABF5}"/>
              </a:ext>
            </a:extLst>
          </p:cNvPr>
          <p:cNvGrpSpPr/>
          <p:nvPr/>
        </p:nvGrpSpPr>
        <p:grpSpPr>
          <a:xfrm>
            <a:off x="857248" y="1420586"/>
            <a:ext cx="5102352" cy="3845378"/>
            <a:chOff x="857248" y="2073729"/>
            <a:chExt cx="5102352" cy="3845378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6CB82FB-C738-4717-8747-928680B4D94E}"/>
                </a:ext>
              </a:extLst>
            </p:cNvPr>
            <p:cNvSpPr/>
            <p:nvPr/>
          </p:nvSpPr>
          <p:spPr>
            <a:xfrm>
              <a:off x="857248" y="2073729"/>
              <a:ext cx="5102352" cy="3845378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337887E-CC03-9528-923E-1D187607B3CF}"/>
                </a:ext>
              </a:extLst>
            </p:cNvPr>
            <p:cNvSpPr txBox="1"/>
            <p:nvPr/>
          </p:nvSpPr>
          <p:spPr>
            <a:xfrm>
              <a:off x="857248" y="2171703"/>
              <a:ext cx="5102352" cy="33547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/>
                <a:t>3. Generate Sales Report</a:t>
              </a:r>
            </a:p>
            <a:p>
              <a:r>
                <a:rPr lang="en-US" sz="3200" b="1" dirty="0"/>
                <a:t>Primary Actor:</a:t>
              </a:r>
              <a:r>
                <a:rPr lang="en-US" sz="3200" dirty="0"/>
                <a:t> Manager</a:t>
              </a:r>
            </a:p>
            <a:p>
              <a:br>
                <a:rPr lang="en-US" sz="4800" dirty="0"/>
              </a:br>
              <a:r>
                <a:rPr lang="en-US" sz="3200" b="1" dirty="0"/>
                <a:t>Description:</a:t>
              </a:r>
              <a:r>
                <a:rPr lang="en-US" sz="3200" dirty="0"/>
                <a:t> The manager views sales summaries and performance reports.</a:t>
              </a:r>
              <a:endParaRPr lang="en-US" sz="4800" dirty="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8442D182-CAF3-C92D-E5F1-855D7C388D0F}"/>
              </a:ext>
            </a:extLst>
          </p:cNvPr>
          <p:cNvGrpSpPr/>
          <p:nvPr/>
        </p:nvGrpSpPr>
        <p:grpSpPr>
          <a:xfrm>
            <a:off x="6096000" y="1420586"/>
            <a:ext cx="5102352" cy="3845378"/>
            <a:chOff x="6115376" y="2073728"/>
            <a:chExt cx="5102352" cy="3845378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C4AD7B0-EB3E-BB5D-2C03-E6551B7F53DF}"/>
                </a:ext>
              </a:extLst>
            </p:cNvPr>
            <p:cNvSpPr/>
            <p:nvPr/>
          </p:nvSpPr>
          <p:spPr>
            <a:xfrm>
              <a:off x="6115376" y="2073728"/>
              <a:ext cx="5102352" cy="3845378"/>
            </a:xfrm>
            <a:prstGeom prst="rect">
              <a:avLst/>
            </a:prstGeom>
            <a:solidFill>
              <a:schemeClr val="bg1">
                <a:alpha val="64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CE39A3AF-A899-C5A8-9E7F-743C2555A32D}"/>
                </a:ext>
              </a:extLst>
            </p:cNvPr>
            <p:cNvSpPr txBox="1"/>
            <p:nvPr/>
          </p:nvSpPr>
          <p:spPr>
            <a:xfrm>
              <a:off x="6115376" y="2174283"/>
              <a:ext cx="5102352" cy="33547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/>
                <a:t>4. Manage Users</a:t>
              </a:r>
            </a:p>
            <a:p>
              <a:r>
                <a:rPr lang="en-US" sz="3200" b="1" dirty="0"/>
                <a:t>Primary Actor:</a:t>
              </a:r>
              <a:r>
                <a:rPr lang="en-US" sz="3200" dirty="0"/>
                <a:t> Admin</a:t>
              </a:r>
            </a:p>
            <a:p>
              <a:br>
                <a:rPr lang="en-US" sz="4800" dirty="0"/>
              </a:br>
              <a:r>
                <a:rPr lang="en-US" sz="3200" b="1" dirty="0"/>
                <a:t>Description:</a:t>
              </a:r>
              <a:r>
                <a:rPr lang="en-US" sz="3200" dirty="0"/>
                <a:t> The admin creates and manages user accounts and assigns roles.</a:t>
              </a:r>
              <a:endParaRPr lang="en-US" sz="7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8491133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16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E20BDA-38E5-246F-DD9E-C4463366C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4A46A014-0EA2-01A1-1104-F7177E0ECC97}"/>
              </a:ext>
            </a:extLst>
          </p:cNvPr>
          <p:cNvSpPr/>
          <p:nvPr/>
        </p:nvSpPr>
        <p:spPr>
          <a:xfrm rot="13850754">
            <a:off x="4234326" y="1535553"/>
            <a:ext cx="6858001" cy="6096000"/>
          </a:xfrm>
          <a:prstGeom prst="triangle">
            <a:avLst>
              <a:gd name="adj" fmla="val 43692"/>
            </a:avLst>
          </a:prstGeom>
          <a:solidFill>
            <a:schemeClr val="bg1">
              <a:alpha val="23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4ADEC7EF-A618-53D5-676A-78774A0FFAFF}"/>
              </a:ext>
            </a:extLst>
          </p:cNvPr>
          <p:cNvSpPr/>
          <p:nvPr/>
        </p:nvSpPr>
        <p:spPr>
          <a:xfrm rot="5400000">
            <a:off x="-381001" y="381002"/>
            <a:ext cx="6858001" cy="6096000"/>
          </a:xfrm>
          <a:prstGeom prst="triangle">
            <a:avLst/>
          </a:prstGeom>
          <a:solidFill>
            <a:schemeClr val="tx1">
              <a:alpha val="28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C5F9B14-41BF-9728-35C7-145A176CB1BA}"/>
              </a:ext>
            </a:extLst>
          </p:cNvPr>
          <p:cNvGrpSpPr/>
          <p:nvPr/>
        </p:nvGrpSpPr>
        <p:grpSpPr>
          <a:xfrm>
            <a:off x="857248" y="1420586"/>
            <a:ext cx="5102352" cy="3845378"/>
            <a:chOff x="857248" y="2073729"/>
            <a:chExt cx="5102352" cy="3845378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FF01394-92EE-4D2A-8322-A311B204AFE2}"/>
                </a:ext>
              </a:extLst>
            </p:cNvPr>
            <p:cNvSpPr/>
            <p:nvPr/>
          </p:nvSpPr>
          <p:spPr>
            <a:xfrm>
              <a:off x="857248" y="2073729"/>
              <a:ext cx="5102352" cy="3845378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EFEE9DD-2C62-C8F9-32FD-ACAFADF0CB2A}"/>
                </a:ext>
              </a:extLst>
            </p:cNvPr>
            <p:cNvSpPr txBox="1"/>
            <p:nvPr/>
          </p:nvSpPr>
          <p:spPr>
            <a:xfrm>
              <a:off x="857248" y="2171703"/>
              <a:ext cx="5102352" cy="33547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/>
                <a:t>5. Search Product</a:t>
              </a:r>
            </a:p>
            <a:p>
              <a:r>
                <a:rPr lang="en-US" sz="3200" b="1" dirty="0"/>
                <a:t>Primary Actor:</a:t>
              </a:r>
              <a:r>
                <a:rPr lang="en-US" sz="3200" dirty="0"/>
                <a:t> Cashier</a:t>
              </a:r>
            </a:p>
            <a:p>
              <a:br>
                <a:rPr lang="en-US" sz="4800" dirty="0"/>
              </a:br>
              <a:r>
                <a:rPr lang="en-US" sz="3200" b="1" dirty="0"/>
                <a:t>Description:</a:t>
              </a:r>
              <a:r>
                <a:rPr lang="en-US" sz="3200" dirty="0"/>
                <a:t> The cashier searches for products by name, category, or barcode.</a:t>
              </a:r>
              <a:endParaRPr lang="en-US" sz="7200" dirty="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5466F0A6-F665-3841-AD42-3591B2271312}"/>
              </a:ext>
            </a:extLst>
          </p:cNvPr>
          <p:cNvGrpSpPr/>
          <p:nvPr/>
        </p:nvGrpSpPr>
        <p:grpSpPr>
          <a:xfrm>
            <a:off x="6096000" y="1420586"/>
            <a:ext cx="5102352" cy="3947762"/>
            <a:chOff x="6115376" y="2073728"/>
            <a:chExt cx="5102352" cy="3947762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DA9A5D9-E726-F9C7-F344-518A0315B64C}"/>
                </a:ext>
              </a:extLst>
            </p:cNvPr>
            <p:cNvSpPr/>
            <p:nvPr/>
          </p:nvSpPr>
          <p:spPr>
            <a:xfrm>
              <a:off x="6115376" y="2073728"/>
              <a:ext cx="5102352" cy="3845378"/>
            </a:xfrm>
            <a:prstGeom prst="rect">
              <a:avLst/>
            </a:prstGeom>
            <a:solidFill>
              <a:schemeClr val="bg1">
                <a:alpha val="64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D99090F-92C6-CAD3-1583-637A41D061C7}"/>
                </a:ext>
              </a:extLst>
            </p:cNvPr>
            <p:cNvSpPr txBox="1"/>
            <p:nvPr/>
          </p:nvSpPr>
          <p:spPr>
            <a:xfrm>
              <a:off x="6115376" y="2174283"/>
              <a:ext cx="5102352" cy="3847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/>
                <a:t>6. Print Receipt</a:t>
              </a:r>
            </a:p>
            <a:p>
              <a:r>
                <a:rPr lang="en-US" sz="3200" b="1" dirty="0"/>
                <a:t>Primary Actor:</a:t>
              </a:r>
              <a:r>
                <a:rPr lang="en-US" sz="3200" dirty="0"/>
                <a:t> Cashier</a:t>
              </a:r>
              <a:endParaRPr lang="en-US" sz="1050" dirty="0"/>
            </a:p>
            <a:p>
              <a:br>
                <a:rPr lang="en-US" sz="4800" dirty="0"/>
              </a:br>
              <a:r>
                <a:rPr lang="en-US" sz="3200" b="1" dirty="0"/>
                <a:t>Description:</a:t>
              </a:r>
              <a:r>
                <a:rPr lang="en-US" sz="3200" dirty="0"/>
                <a:t> The system generates and prints a receipt after a successful transaction.</a:t>
              </a:r>
              <a:endParaRPr lang="en-US" sz="11500" dirty="0"/>
            </a:p>
          </p:txBody>
        </p:sp>
      </p:grpSp>
    </p:spTree>
    <p:extLst>
      <p:ext uri="{BB962C8B-B14F-4D97-AF65-F5344CB8AC3E}">
        <p14:creationId xmlns:p14="http://schemas.microsoft.com/office/powerpoint/2010/main" val="34359132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16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6C7B4C-8DFA-9704-BEA5-1526E0AF1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0ABE2AA0-9E6C-DF9E-8B7C-FE9DBE2A061F}"/>
              </a:ext>
            </a:extLst>
          </p:cNvPr>
          <p:cNvSpPr/>
          <p:nvPr/>
        </p:nvSpPr>
        <p:spPr>
          <a:xfrm rot="13850754">
            <a:off x="4234326" y="1535553"/>
            <a:ext cx="6858001" cy="6096000"/>
          </a:xfrm>
          <a:prstGeom prst="triangle">
            <a:avLst>
              <a:gd name="adj" fmla="val 43692"/>
            </a:avLst>
          </a:prstGeom>
          <a:solidFill>
            <a:schemeClr val="bg1">
              <a:alpha val="23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64E01D87-0A82-E8B0-6B86-6850F9C508A0}"/>
              </a:ext>
            </a:extLst>
          </p:cNvPr>
          <p:cNvSpPr/>
          <p:nvPr/>
        </p:nvSpPr>
        <p:spPr>
          <a:xfrm rot="5400000">
            <a:off x="-381001" y="381002"/>
            <a:ext cx="6858001" cy="6096000"/>
          </a:xfrm>
          <a:prstGeom prst="triangle">
            <a:avLst/>
          </a:prstGeom>
          <a:solidFill>
            <a:schemeClr val="tx1">
              <a:alpha val="28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EE61897-75FA-99BC-01B1-04BE04037442}"/>
              </a:ext>
            </a:extLst>
          </p:cNvPr>
          <p:cNvGrpSpPr/>
          <p:nvPr/>
        </p:nvGrpSpPr>
        <p:grpSpPr>
          <a:xfrm>
            <a:off x="857248" y="1420586"/>
            <a:ext cx="5102352" cy="3845378"/>
            <a:chOff x="857248" y="2073729"/>
            <a:chExt cx="5102352" cy="3845378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4CE5C3D-673D-0C3A-5DA4-30F3EA770A73}"/>
                </a:ext>
              </a:extLst>
            </p:cNvPr>
            <p:cNvSpPr/>
            <p:nvPr/>
          </p:nvSpPr>
          <p:spPr>
            <a:xfrm>
              <a:off x="857248" y="2073729"/>
              <a:ext cx="5102352" cy="3845378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A323025-0E9D-363E-C183-0B16D54BF71F}"/>
                </a:ext>
              </a:extLst>
            </p:cNvPr>
            <p:cNvSpPr txBox="1"/>
            <p:nvPr/>
          </p:nvSpPr>
          <p:spPr>
            <a:xfrm>
              <a:off x="857248" y="2171703"/>
              <a:ext cx="5102352" cy="33547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/>
                <a:t>7. Process Payment</a:t>
              </a:r>
            </a:p>
            <a:p>
              <a:r>
                <a:rPr lang="en-US" sz="3200" b="1" dirty="0"/>
                <a:t>Primary Actor:</a:t>
              </a:r>
              <a:r>
                <a:rPr lang="en-US" sz="3200" dirty="0"/>
                <a:t> Cashier</a:t>
              </a:r>
            </a:p>
            <a:p>
              <a:br>
                <a:rPr lang="en-US" sz="4800" dirty="0"/>
              </a:br>
              <a:r>
                <a:rPr lang="en-US" sz="3200" b="1" dirty="0"/>
                <a:t>Description:</a:t>
              </a:r>
              <a:r>
                <a:rPr lang="en-US" sz="3200" dirty="0"/>
                <a:t> The cashier selects payment method and </a:t>
              </a:r>
              <a:r>
                <a:rPr lang="en-US" sz="3200" dirty="0" err="1"/>
                <a:t>comfirms</a:t>
              </a:r>
              <a:r>
                <a:rPr lang="en-US" sz="3200" dirty="0"/>
                <a:t> payment.</a:t>
              </a:r>
              <a:endParaRPr lang="en-US" sz="7200" dirty="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B55F2474-B1B3-E995-32A3-379F2000AFFA}"/>
              </a:ext>
            </a:extLst>
          </p:cNvPr>
          <p:cNvGrpSpPr/>
          <p:nvPr/>
        </p:nvGrpSpPr>
        <p:grpSpPr>
          <a:xfrm>
            <a:off x="6096000" y="1420586"/>
            <a:ext cx="5102352" cy="3845378"/>
            <a:chOff x="6115376" y="2073728"/>
            <a:chExt cx="5102352" cy="3845378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A82A2F8-894B-97C5-3815-CA48A758B16D}"/>
                </a:ext>
              </a:extLst>
            </p:cNvPr>
            <p:cNvSpPr/>
            <p:nvPr/>
          </p:nvSpPr>
          <p:spPr>
            <a:xfrm>
              <a:off x="6115376" y="2073728"/>
              <a:ext cx="5102352" cy="3845378"/>
            </a:xfrm>
            <a:prstGeom prst="rect">
              <a:avLst/>
            </a:prstGeom>
            <a:solidFill>
              <a:schemeClr val="bg1">
                <a:alpha val="64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33F54B8F-DD3B-1107-CF12-85CC7132A944}"/>
                </a:ext>
              </a:extLst>
            </p:cNvPr>
            <p:cNvSpPr txBox="1"/>
            <p:nvPr/>
          </p:nvSpPr>
          <p:spPr>
            <a:xfrm>
              <a:off x="6115376" y="2174283"/>
              <a:ext cx="5102352" cy="33547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/>
                <a:t>8. Apply Discount</a:t>
              </a:r>
            </a:p>
            <a:p>
              <a:r>
                <a:rPr lang="en-US" sz="3200" b="1" dirty="0"/>
                <a:t>Primary Actor:</a:t>
              </a:r>
              <a:r>
                <a:rPr lang="en-US" sz="3200" dirty="0"/>
                <a:t> Cashier</a:t>
              </a:r>
              <a:endParaRPr lang="en-US" sz="1050" dirty="0"/>
            </a:p>
            <a:p>
              <a:br>
                <a:rPr lang="en-US" sz="4800" dirty="0"/>
              </a:br>
              <a:r>
                <a:rPr lang="en-US" sz="3200" b="1" dirty="0"/>
                <a:t>Description:</a:t>
              </a:r>
              <a:r>
                <a:rPr lang="en-US" sz="3200" dirty="0"/>
                <a:t> The cashier applies authorized discounts during checkout.</a:t>
              </a:r>
              <a:endParaRPr lang="en-US" sz="11500" dirty="0"/>
            </a:p>
          </p:txBody>
        </p:sp>
      </p:grpSp>
    </p:spTree>
    <p:extLst>
      <p:ext uri="{BB962C8B-B14F-4D97-AF65-F5344CB8AC3E}">
        <p14:creationId xmlns:p14="http://schemas.microsoft.com/office/powerpoint/2010/main" val="4196516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96DA0-9C52-7746-A90F-39A87FFE0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C09BB-4B37-10AD-FA0B-B57D0F267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133" y="626533"/>
            <a:ext cx="10343093" cy="1439334"/>
          </a:xfrm>
        </p:spPr>
        <p:txBody>
          <a:bodyPr>
            <a:normAutofit/>
          </a:bodyPr>
          <a:lstStyle/>
          <a:p>
            <a:r>
              <a:rPr lang="en-US" sz="4800" dirty="0"/>
              <a:t>Risk List and Feasibility Analysis</a:t>
            </a: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24A6E76D-40D2-020D-DBC7-E7ACBE6D28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2315074"/>
              </p:ext>
            </p:extLst>
          </p:nvPr>
        </p:nvGraphicFramePr>
        <p:xfrm>
          <a:off x="474133" y="2046213"/>
          <a:ext cx="11282438" cy="27459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153143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C33A0-0D2F-C0D1-AE0F-FEC1368DE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E2E17E-677A-571B-DE59-635A39E394AF}"/>
              </a:ext>
            </a:extLst>
          </p:cNvPr>
          <p:cNvSpPr>
            <a:spLocks noGrp="1"/>
          </p:cNvSpPr>
          <p:nvPr>
            <p:ph type="title"/>
          </p:nvPr>
        </p:nvSpPr>
        <p:spPr>
          <a:gradFill flip="none" rotWithShape="1">
            <a:gsLst>
              <a:gs pos="0">
                <a:schemeClr val="accent4">
                  <a:shade val="30000"/>
                  <a:satMod val="115000"/>
                </a:schemeClr>
              </a:gs>
              <a:gs pos="50000">
                <a:schemeClr val="accent4">
                  <a:shade val="67500"/>
                  <a:satMod val="115000"/>
                </a:schemeClr>
              </a:gs>
              <a:gs pos="100000">
                <a:schemeClr val="accent4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softEdge rad="12700"/>
          </a:effectLst>
        </p:spPr>
        <p:txBody>
          <a:bodyPr>
            <a:normAutofit/>
          </a:bodyPr>
          <a:lstStyle/>
          <a:p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RISK LIST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E185D5-766D-5253-07CB-6D251E115BBB}"/>
              </a:ext>
            </a:extLst>
          </p:cNvPr>
          <p:cNvSpPr txBox="1"/>
          <p:nvPr/>
        </p:nvSpPr>
        <p:spPr>
          <a:xfrm>
            <a:off x="685800" y="1981199"/>
            <a:ext cx="1013142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TECHNICAL RISKS</a:t>
            </a:r>
            <a:endParaRPr lang="en-US" sz="2800" dirty="0"/>
          </a:p>
          <a:p>
            <a:r>
              <a:rPr lang="en-US" sz="2800" dirty="0"/>
              <a:t>R1: Lack of experience with POS system architecture.</a:t>
            </a:r>
            <a:br>
              <a:rPr lang="en-US" sz="5400" dirty="0"/>
            </a:br>
            <a:r>
              <a:rPr lang="en-US" sz="2800" dirty="0"/>
              <a:t>R2: Integration challenges between modules (sales, inventory, reporting).</a:t>
            </a:r>
            <a:br>
              <a:rPr lang="en-US" sz="5400" dirty="0"/>
            </a:br>
            <a:r>
              <a:rPr lang="en-US" sz="2800" dirty="0"/>
              <a:t>R3: Data security vulnerabilities.</a:t>
            </a:r>
            <a:br>
              <a:rPr lang="en-US" sz="5400" dirty="0"/>
            </a:br>
            <a:r>
              <a:rPr lang="en-US" sz="2800" dirty="0"/>
              <a:t>R4: Incorrectly scanning of the product or gadget barcode.</a:t>
            </a:r>
          </a:p>
          <a:p>
            <a:r>
              <a:rPr lang="en-US" sz="2800" dirty="0"/>
              <a:t> </a:t>
            </a:r>
          </a:p>
          <a:p>
            <a:r>
              <a:rPr lang="en-US" sz="2800" b="1" dirty="0"/>
              <a:t>BUSINESS RISKS</a:t>
            </a:r>
            <a:endParaRPr lang="en-US" sz="2800" dirty="0"/>
          </a:p>
          <a:p>
            <a:r>
              <a:rPr lang="en-US" sz="2800" dirty="0"/>
              <a:t>R4: System may not meet stakeholder expectations.</a:t>
            </a:r>
            <a:br>
              <a:rPr lang="en-US" sz="2800" dirty="0"/>
            </a:br>
            <a:r>
              <a:rPr lang="en-US" sz="2800" dirty="0"/>
              <a:t>R5: Budget or infrastructure limitations.</a:t>
            </a:r>
          </a:p>
        </p:txBody>
      </p:sp>
    </p:spTree>
    <p:extLst>
      <p:ext uri="{BB962C8B-B14F-4D97-AF65-F5344CB8AC3E}">
        <p14:creationId xmlns:p14="http://schemas.microsoft.com/office/powerpoint/2010/main" val="28062797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55AB8-5B18-7349-E930-8E2F9F154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0921765-C56E-8490-92FE-BEAECE0C8248}"/>
              </a:ext>
            </a:extLst>
          </p:cNvPr>
          <p:cNvSpPr>
            <a:spLocks noGrp="1"/>
          </p:cNvSpPr>
          <p:nvPr>
            <p:ph type="title"/>
          </p:nvPr>
        </p:nvSpPr>
        <p:spPr>
          <a:gradFill flip="none" rotWithShape="1">
            <a:gsLst>
              <a:gs pos="0">
                <a:schemeClr val="accent3">
                  <a:shade val="30000"/>
                  <a:satMod val="115000"/>
                </a:schemeClr>
              </a:gs>
              <a:gs pos="50000">
                <a:schemeClr val="accent3">
                  <a:shade val="67500"/>
                  <a:satMod val="115000"/>
                </a:schemeClr>
              </a:gs>
              <a:gs pos="100000">
                <a:schemeClr val="accent3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softEdge rad="12700"/>
          </a:effectLst>
        </p:spPr>
        <p:txBody>
          <a:bodyPr>
            <a:normAutofit/>
          </a:bodyPr>
          <a:lstStyle/>
          <a:p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FEASIBILITY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831BAF-525D-6941-8725-CC46F2554612}"/>
              </a:ext>
            </a:extLst>
          </p:cNvPr>
          <p:cNvSpPr txBox="1"/>
          <p:nvPr/>
        </p:nvSpPr>
        <p:spPr>
          <a:xfrm>
            <a:off x="685800" y="1981199"/>
            <a:ext cx="101314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TECHNICAL FEASIBILITY</a:t>
            </a:r>
          </a:p>
          <a:p>
            <a:r>
              <a:rPr lang="en-US" sz="2800" dirty="0"/>
              <a:t>The project is technically feasible using modern programming frameworks and databases.</a:t>
            </a:r>
          </a:p>
          <a:p>
            <a:endParaRPr lang="en-US" sz="2800" dirty="0"/>
          </a:p>
          <a:p>
            <a:r>
              <a:rPr lang="en-US" sz="2800" b="1" dirty="0"/>
              <a:t>ECONOMIC FEASIBILITY</a:t>
            </a:r>
          </a:p>
          <a:p>
            <a:r>
              <a:rPr lang="en-US" sz="2800" dirty="0"/>
              <a:t>Development costs are manageable using the stipulated amounts and the current growing digital economy(have to adapt).</a:t>
            </a:r>
          </a:p>
          <a:p>
            <a:endParaRPr lang="en-US" sz="2800" dirty="0"/>
          </a:p>
          <a:p>
            <a:r>
              <a:rPr lang="en-US" sz="2800" b="1" dirty="0"/>
              <a:t>OPERATIONAL FEASIBILITY</a:t>
            </a:r>
          </a:p>
          <a:p>
            <a:r>
              <a:rPr lang="en-US" sz="2800" dirty="0"/>
              <a:t>Store staff can be trained easily due to the system’s user-friendly design.</a:t>
            </a:r>
          </a:p>
        </p:txBody>
      </p:sp>
    </p:spTree>
    <p:extLst>
      <p:ext uri="{BB962C8B-B14F-4D97-AF65-F5344CB8AC3E}">
        <p14:creationId xmlns:p14="http://schemas.microsoft.com/office/powerpoint/2010/main" val="39504792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0BC9E-AA87-413E-1ECA-C44518DCC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D9254F8-DDB8-958B-CC05-6BC9422EB88B}"/>
              </a:ext>
            </a:extLst>
          </p:cNvPr>
          <p:cNvSpPr txBox="1"/>
          <p:nvPr/>
        </p:nvSpPr>
        <p:spPr>
          <a:xfrm>
            <a:off x="1030287" y="3026228"/>
            <a:ext cx="1013142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latin typeface="Brush Script MT" panose="03060802040406070304" pitchFamily="66" charset="0"/>
              </a:rPr>
              <a:t>The End!</a:t>
            </a:r>
          </a:p>
        </p:txBody>
      </p:sp>
    </p:spTree>
    <p:extLst>
      <p:ext uri="{BB962C8B-B14F-4D97-AF65-F5344CB8AC3E}">
        <p14:creationId xmlns:p14="http://schemas.microsoft.com/office/powerpoint/2010/main" val="26737223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1272</TotalTime>
  <Words>831</Words>
  <Application>Microsoft Office PowerPoint</Application>
  <PresentationFormat>Widescreen</PresentationFormat>
  <Paragraphs>151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Brush Script MT</vt:lpstr>
      <vt:lpstr>Calibri</vt:lpstr>
      <vt:lpstr>Calibri Light</vt:lpstr>
      <vt:lpstr>Celestial</vt:lpstr>
      <vt:lpstr>ELECTRONIC/GADGET STORE POS</vt:lpstr>
      <vt:lpstr>BUSINESS CASE</vt:lpstr>
      <vt:lpstr>1. PROBLEM STATEMENT </vt:lpstr>
      <vt:lpstr>2. Proposed Solution</vt:lpstr>
      <vt:lpstr>3. Expected Benefits</vt:lpstr>
      <vt:lpstr>4. Business Value</vt:lpstr>
      <vt:lpstr>5. Cost Considerations</vt:lpstr>
      <vt:lpstr>Iteration plan</vt:lpstr>
      <vt:lpstr>Iteration 1 – Inception  (The is the Current Phase)</vt:lpstr>
      <vt:lpstr>PowerPoint Presentation</vt:lpstr>
      <vt:lpstr>Future Iterations</vt:lpstr>
      <vt:lpstr>PowerPoint Presentation</vt:lpstr>
      <vt:lpstr>High-Level Requirements</vt:lpstr>
      <vt:lpstr>Functional Requirements</vt:lpstr>
      <vt:lpstr>Non-Functional Requirements</vt:lpstr>
      <vt:lpstr>PowerPoint Presentation</vt:lpstr>
      <vt:lpstr>PowerPoint Presentation</vt:lpstr>
      <vt:lpstr>PowerPoint Presentation</vt:lpstr>
      <vt:lpstr>PowerPoint Presentation</vt:lpstr>
      <vt:lpstr>Risk List and Feasibility Analysis</vt:lpstr>
      <vt:lpstr>RISK LIST</vt:lpstr>
      <vt:lpstr>FEASIBILITY ANALYSIS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Samson Mwale</dc:creator>
  <cp:lastModifiedBy>Samson Mwale</cp:lastModifiedBy>
  <cp:revision>8</cp:revision>
  <dcterms:created xsi:type="dcterms:W3CDTF">2026-02-27T08:29:46Z</dcterms:created>
  <dcterms:modified xsi:type="dcterms:W3CDTF">2026-03-06T00:02:30Z</dcterms:modified>
</cp:coreProperties>
</file>